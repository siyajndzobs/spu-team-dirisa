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0" r:id="rId2"/>
    <p:sldId id="257" r:id="rId3"/>
    <p:sldId id="258" r:id="rId4"/>
    <p:sldId id="259" r:id="rId5"/>
    <p:sldId id="260" r:id="rId6"/>
    <p:sldId id="261" r:id="rId7"/>
    <p:sldId id="268" r:id="rId8"/>
    <p:sldId id="263" r:id="rId9"/>
    <p:sldId id="269" r:id="rId10"/>
    <p:sldId id="265" r:id="rId11"/>
    <p:sldId id="266" r:id="rId12"/>
    <p:sldId id="272"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7D7019-4066-4D73-BBC5-A7547AE7C870}" v="76" dt="2026-09-28T02:27:23.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9"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amkele Jokose" userId="2c3454d5-ca34-4472-87b8-5fd80079e681" providerId="ADAL" clId="{3EBBD2BB-6F04-4998-8805-A4807D63A80D}"/>
    <pc:docChg chg="undo custSel addSld delSld modSld sldOrd">
      <pc:chgData name="Simamkele Jokose" userId="2c3454d5-ca34-4472-87b8-5fd80079e681" providerId="ADAL" clId="{3EBBD2BB-6F04-4998-8805-A4807D63A80D}" dt="2026-09-28T02:27:23.738" v="3077"/>
      <pc:docMkLst>
        <pc:docMk/>
      </pc:docMkLst>
      <pc:sldChg chg="addSp delSp modSp del mod setBg">
        <pc:chgData name="Simamkele Jokose" userId="2c3454d5-ca34-4472-87b8-5fd80079e681" providerId="ADAL" clId="{3EBBD2BB-6F04-4998-8805-A4807D63A80D}" dt="2026-09-27T23:08:06.587" v="32" actId="47"/>
        <pc:sldMkLst>
          <pc:docMk/>
          <pc:sldMk cId="3157942191" sldId="256"/>
        </pc:sldMkLst>
        <pc:spChg chg="del mod">
          <ac:chgData name="Simamkele Jokose" userId="2c3454d5-ca34-4472-87b8-5fd80079e681" providerId="ADAL" clId="{3EBBD2BB-6F04-4998-8805-A4807D63A80D}" dt="2026-09-27T23:08:03.005" v="31" actId="21"/>
          <ac:spMkLst>
            <pc:docMk/>
            <pc:sldMk cId="3157942191" sldId="256"/>
            <ac:spMk id="2" creationId="{31983781-197B-B5A5-ED51-53748BA201E1}"/>
          </ac:spMkLst>
        </pc:spChg>
        <pc:spChg chg="del mod">
          <ac:chgData name="Simamkele Jokose" userId="2c3454d5-ca34-4472-87b8-5fd80079e681" providerId="ADAL" clId="{3EBBD2BB-6F04-4998-8805-A4807D63A80D}" dt="2026-09-27T23:08:03.005" v="31" actId="21"/>
          <ac:spMkLst>
            <pc:docMk/>
            <pc:sldMk cId="3157942191" sldId="256"/>
            <ac:spMk id="3" creationId="{04A91AE0-8B44-7132-9BE2-83FF3A9F3957}"/>
          </ac:spMkLst>
        </pc:spChg>
        <pc:spChg chg="del mod">
          <ac:chgData name="Simamkele Jokose" userId="2c3454d5-ca34-4472-87b8-5fd80079e681" providerId="ADAL" clId="{3EBBD2BB-6F04-4998-8805-A4807D63A80D}" dt="2026-09-27T23:08:03.005" v="31" actId="21"/>
          <ac:spMkLst>
            <pc:docMk/>
            <pc:sldMk cId="3157942191" sldId="256"/>
            <ac:spMk id="4" creationId="{00000000-0000-0000-0000-000000000000}"/>
          </ac:spMkLst>
        </pc:spChg>
        <pc:spChg chg="del mod">
          <ac:chgData name="Simamkele Jokose" userId="2c3454d5-ca34-4472-87b8-5fd80079e681" providerId="ADAL" clId="{3EBBD2BB-6F04-4998-8805-A4807D63A80D}" dt="2026-09-27T23:08:03.005" v="31" actId="21"/>
          <ac:spMkLst>
            <pc:docMk/>
            <pc:sldMk cId="3157942191" sldId="256"/>
            <ac:spMk id="5" creationId="{00000000-0000-0000-0000-000000000000}"/>
          </ac:spMkLst>
        </pc:spChg>
        <pc:spChg chg="del mod">
          <ac:chgData name="Simamkele Jokose" userId="2c3454d5-ca34-4472-87b8-5fd80079e681" providerId="ADAL" clId="{3EBBD2BB-6F04-4998-8805-A4807D63A80D}" dt="2026-09-27T23:08:03.005" v="31" actId="21"/>
          <ac:spMkLst>
            <pc:docMk/>
            <pc:sldMk cId="3157942191" sldId="256"/>
            <ac:spMk id="6" creationId="{00000000-0000-0000-0000-000000000000}"/>
          </ac:spMkLst>
        </pc:spChg>
        <pc:spChg chg="del mod">
          <ac:chgData name="Simamkele Jokose" userId="2c3454d5-ca34-4472-87b8-5fd80079e681" providerId="ADAL" clId="{3EBBD2BB-6F04-4998-8805-A4807D63A80D}" dt="2026-09-27T23:08:03.005" v="31" actId="21"/>
          <ac:spMkLst>
            <pc:docMk/>
            <pc:sldMk cId="3157942191" sldId="256"/>
            <ac:spMk id="7" creationId="{00000000-0000-0000-0000-000000000000}"/>
          </ac:spMkLst>
        </pc:spChg>
        <pc:spChg chg="add del mod">
          <ac:chgData name="Simamkele Jokose" userId="2c3454d5-ca34-4472-87b8-5fd80079e681" providerId="ADAL" clId="{3EBBD2BB-6F04-4998-8805-A4807D63A80D}" dt="2026-09-27T23:01:16.833" v="3"/>
          <ac:spMkLst>
            <pc:docMk/>
            <pc:sldMk cId="3157942191" sldId="256"/>
            <ac:spMk id="8" creationId="{08585589-5A05-326B-726C-5D49E7C379E5}"/>
          </ac:spMkLst>
        </pc:spChg>
        <pc:spChg chg="add del mod">
          <ac:chgData name="Simamkele Jokose" userId="2c3454d5-ca34-4472-87b8-5fd80079e681" providerId="ADAL" clId="{3EBBD2BB-6F04-4998-8805-A4807D63A80D}" dt="2026-09-27T23:01:18.022" v="6"/>
          <ac:spMkLst>
            <pc:docMk/>
            <pc:sldMk cId="3157942191" sldId="256"/>
            <ac:spMk id="9" creationId="{B79EC785-D2F1-9082-4F46-C854D45FFCDD}"/>
          </ac:spMkLst>
        </pc:spChg>
        <pc:spChg chg="add del mod">
          <ac:chgData name="Simamkele Jokose" userId="2c3454d5-ca34-4472-87b8-5fd80079e681" providerId="ADAL" clId="{3EBBD2BB-6F04-4998-8805-A4807D63A80D}" dt="2026-09-27T23:04:01.134" v="9"/>
          <ac:spMkLst>
            <pc:docMk/>
            <pc:sldMk cId="3157942191" sldId="256"/>
            <ac:spMk id="10" creationId="{4DA64226-EA9E-E6F7-446C-CE8585F8FA62}"/>
          </ac:spMkLst>
        </pc:spChg>
        <pc:spChg chg="add del mod">
          <ac:chgData name="Simamkele Jokose" userId="2c3454d5-ca34-4472-87b8-5fd80079e681" providerId="ADAL" clId="{3EBBD2BB-6F04-4998-8805-A4807D63A80D}" dt="2026-09-27T23:04:18.132" v="12"/>
          <ac:spMkLst>
            <pc:docMk/>
            <pc:sldMk cId="3157942191" sldId="256"/>
            <ac:spMk id="11" creationId="{886FF063-3BC3-2D24-F436-E2D22087AED3}"/>
          </ac:spMkLst>
        </pc:spChg>
        <pc:spChg chg="add del mod">
          <ac:chgData name="Simamkele Jokose" userId="2c3454d5-ca34-4472-87b8-5fd80079e681" providerId="ADAL" clId="{3EBBD2BB-6F04-4998-8805-A4807D63A80D}" dt="2026-09-27T23:04:33.144" v="15"/>
          <ac:spMkLst>
            <pc:docMk/>
            <pc:sldMk cId="3157942191" sldId="256"/>
            <ac:spMk id="12" creationId="{E0CDD64C-E3E9-3FF4-6DED-9686478563CD}"/>
          </ac:spMkLst>
        </pc:spChg>
        <pc:spChg chg="add del mod">
          <ac:chgData name="Simamkele Jokose" userId="2c3454d5-ca34-4472-87b8-5fd80079e681" providerId="ADAL" clId="{3EBBD2BB-6F04-4998-8805-A4807D63A80D}" dt="2026-09-27T23:04:34.870" v="18"/>
          <ac:spMkLst>
            <pc:docMk/>
            <pc:sldMk cId="3157942191" sldId="256"/>
            <ac:spMk id="13" creationId="{E54A770F-EFB2-EF53-31E1-4AA1000D6D6E}"/>
          </ac:spMkLst>
        </pc:spChg>
        <pc:spChg chg="add del mod">
          <ac:chgData name="Simamkele Jokose" userId="2c3454d5-ca34-4472-87b8-5fd80079e681" providerId="ADAL" clId="{3EBBD2BB-6F04-4998-8805-A4807D63A80D}" dt="2026-09-27T23:07:55.700" v="30"/>
          <ac:spMkLst>
            <pc:docMk/>
            <pc:sldMk cId="3157942191" sldId="256"/>
            <ac:spMk id="14" creationId="{4B2C0A39-CC34-EF37-35DF-FD87604E26F9}"/>
          </ac:spMkLst>
        </pc:spChg>
        <pc:spChg chg="add mod">
          <ac:chgData name="Simamkele Jokose" userId="2c3454d5-ca34-4472-87b8-5fd80079e681" providerId="ADAL" clId="{3EBBD2BB-6F04-4998-8805-A4807D63A80D}" dt="2026-09-27T23:08:03.005" v="31" actId="21"/>
          <ac:spMkLst>
            <pc:docMk/>
            <pc:sldMk cId="3157942191" sldId="256"/>
            <ac:spMk id="16" creationId="{58DD56E2-1EB2-E57A-265B-492EB53BAC1E}"/>
          </ac:spMkLst>
        </pc:spChg>
        <pc:spChg chg="add mod">
          <ac:chgData name="Simamkele Jokose" userId="2c3454d5-ca34-4472-87b8-5fd80079e681" providerId="ADAL" clId="{3EBBD2BB-6F04-4998-8805-A4807D63A80D}" dt="2026-09-27T23:08:03.005" v="31" actId="21"/>
          <ac:spMkLst>
            <pc:docMk/>
            <pc:sldMk cId="3157942191" sldId="256"/>
            <ac:spMk id="18" creationId="{733CFA61-3B3C-04AF-D08A-7757619F4CE7}"/>
          </ac:spMkLst>
        </pc:spChg>
      </pc:sldChg>
      <pc:sldChg chg="addSp delSp modSp add del mod">
        <pc:chgData name="Simamkele Jokose" userId="2c3454d5-ca34-4472-87b8-5fd80079e681" providerId="ADAL" clId="{3EBBD2BB-6F04-4998-8805-A4807D63A80D}" dt="2026-09-28T01:34:06.982" v="1945" actId="21"/>
        <pc:sldMkLst>
          <pc:docMk/>
          <pc:sldMk cId="566192734" sldId="257"/>
        </pc:sldMkLst>
        <pc:spChg chg="del mod">
          <ac:chgData name="Simamkele Jokose" userId="2c3454d5-ca34-4472-87b8-5fd80079e681" providerId="ADAL" clId="{3EBBD2BB-6F04-4998-8805-A4807D63A80D}" dt="2026-09-28T01:33:45.292" v="1938" actId="21"/>
          <ac:spMkLst>
            <pc:docMk/>
            <pc:sldMk cId="566192734" sldId="257"/>
            <ac:spMk id="2" creationId="{AD6C4A2E-86A5-E8BC-1807-2E5D9C6A65B8}"/>
          </ac:spMkLst>
        </pc:spChg>
        <pc:spChg chg="add del mod">
          <ac:chgData name="Simamkele Jokose" userId="2c3454d5-ca34-4472-87b8-5fd80079e681" providerId="ADAL" clId="{3EBBD2BB-6F04-4998-8805-A4807D63A80D}" dt="2026-09-28T01:34:06.982" v="1945" actId="21"/>
          <ac:spMkLst>
            <pc:docMk/>
            <pc:sldMk cId="566192734" sldId="257"/>
            <ac:spMk id="3"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4"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5"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6"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7"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8" creationId="{00000000-0000-0000-0000-000000000000}"/>
          </ac:spMkLst>
        </pc:spChg>
        <pc:spChg chg="mod">
          <ac:chgData name="Simamkele Jokose" userId="2c3454d5-ca34-4472-87b8-5fd80079e681" providerId="ADAL" clId="{3EBBD2BB-6F04-4998-8805-A4807D63A80D}" dt="2026-09-27T23:30:37.370" v="199" actId="207"/>
          <ac:spMkLst>
            <pc:docMk/>
            <pc:sldMk cId="566192734" sldId="257"/>
            <ac:spMk id="9" creationId="{00000000-0000-0000-0000-000000000000}"/>
          </ac:spMkLst>
        </pc:spChg>
        <pc:spChg chg="add mod">
          <ac:chgData name="Simamkele Jokose" userId="2c3454d5-ca34-4472-87b8-5fd80079e681" providerId="ADAL" clId="{3EBBD2BB-6F04-4998-8805-A4807D63A80D}" dt="2026-09-28T01:34:06.982" v="1945" actId="21"/>
          <ac:spMkLst>
            <pc:docMk/>
            <pc:sldMk cId="566192734" sldId="257"/>
            <ac:spMk id="10"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11" creationId="{00000000-0000-0000-0000-000000000000}"/>
          </ac:spMkLst>
        </pc:spChg>
        <pc:spChg chg="add del mod">
          <ac:chgData name="Simamkele Jokose" userId="2c3454d5-ca34-4472-87b8-5fd80079e681" providerId="ADAL" clId="{3EBBD2BB-6F04-4998-8805-A4807D63A80D}" dt="2026-09-28T01:34:06.982" v="1945" actId="21"/>
          <ac:spMkLst>
            <pc:docMk/>
            <pc:sldMk cId="566192734" sldId="257"/>
            <ac:spMk id="12" creationId="{00000000-0000-0000-0000-000000000000}"/>
          </ac:spMkLst>
        </pc:spChg>
        <pc:spChg chg="add del mod">
          <ac:chgData name="Simamkele Jokose" userId="2c3454d5-ca34-4472-87b8-5fd80079e681" providerId="ADAL" clId="{3EBBD2BB-6F04-4998-8805-A4807D63A80D}" dt="2026-09-28T01:33:38.402" v="1937" actId="478"/>
          <ac:spMkLst>
            <pc:docMk/>
            <pc:sldMk cId="566192734" sldId="257"/>
            <ac:spMk id="13" creationId="{8DE57EC8-79AE-9F15-C168-05D14CC9C386}"/>
          </ac:spMkLst>
        </pc:spChg>
        <pc:spChg chg="add del mod">
          <ac:chgData name="Simamkele Jokose" userId="2c3454d5-ca34-4472-87b8-5fd80079e681" providerId="ADAL" clId="{3EBBD2BB-6F04-4998-8805-A4807D63A80D}" dt="2026-09-28T01:34:06.982" v="1945" actId="21"/>
          <ac:spMkLst>
            <pc:docMk/>
            <pc:sldMk cId="566192734" sldId="257"/>
            <ac:spMk id="15" creationId="{6F7A9A40-5F26-DB40-4C71-87836BE0A169}"/>
          </ac:spMkLst>
        </pc:spChg>
      </pc:sldChg>
      <pc:sldChg chg="addSp delSp modSp mod modTransition">
        <pc:chgData name="Simamkele Jokose" userId="2c3454d5-ca34-4472-87b8-5fd80079e681" providerId="ADAL" clId="{3EBBD2BB-6F04-4998-8805-A4807D63A80D}" dt="2026-09-28T02:26:19.995" v="3071"/>
        <pc:sldMkLst>
          <pc:docMk/>
          <pc:sldMk cId="3991602505" sldId="258"/>
        </pc:sldMkLst>
        <pc:spChg chg="mod">
          <ac:chgData name="Simamkele Jokose" userId="2c3454d5-ca34-4472-87b8-5fd80079e681" providerId="ADAL" clId="{3EBBD2BB-6F04-4998-8805-A4807D63A80D}" dt="2026-09-28T00:23:47.820" v="282" actId="1076"/>
          <ac:spMkLst>
            <pc:docMk/>
            <pc:sldMk cId="3991602505" sldId="258"/>
            <ac:spMk id="2" creationId="{EA3CF61A-441B-D024-D667-614A12C44450}"/>
          </ac:spMkLst>
        </pc:spChg>
        <pc:spChg chg="mod">
          <ac:chgData name="Simamkele Jokose" userId="2c3454d5-ca34-4472-87b8-5fd80079e681" providerId="ADAL" clId="{3EBBD2BB-6F04-4998-8805-A4807D63A80D}" dt="2026-09-28T00:23:47.820" v="282" actId="1076"/>
          <ac:spMkLst>
            <pc:docMk/>
            <pc:sldMk cId="3991602505" sldId="258"/>
            <ac:spMk id="3" creationId="{00000000-0000-0000-0000-000000000000}"/>
          </ac:spMkLst>
        </pc:spChg>
        <pc:spChg chg="mod">
          <ac:chgData name="Simamkele Jokose" userId="2c3454d5-ca34-4472-87b8-5fd80079e681" providerId="ADAL" clId="{3EBBD2BB-6F04-4998-8805-A4807D63A80D}" dt="2026-09-28T00:23:47.820" v="282" actId="1076"/>
          <ac:spMkLst>
            <pc:docMk/>
            <pc:sldMk cId="3991602505" sldId="258"/>
            <ac:spMk id="4" creationId="{00000000-0000-0000-0000-000000000000}"/>
          </ac:spMkLst>
        </pc:spChg>
        <pc:spChg chg="mod">
          <ac:chgData name="Simamkele Jokose" userId="2c3454d5-ca34-4472-87b8-5fd80079e681" providerId="ADAL" clId="{3EBBD2BB-6F04-4998-8805-A4807D63A80D}" dt="2026-09-28T00:45:43.599" v="378" actId="14100"/>
          <ac:spMkLst>
            <pc:docMk/>
            <pc:sldMk cId="3991602505" sldId="258"/>
            <ac:spMk id="5" creationId="{00000000-0000-0000-0000-000000000000}"/>
          </ac:spMkLst>
        </pc:spChg>
        <pc:spChg chg="mod">
          <ac:chgData name="Simamkele Jokose" userId="2c3454d5-ca34-4472-87b8-5fd80079e681" providerId="ADAL" clId="{3EBBD2BB-6F04-4998-8805-A4807D63A80D}" dt="2026-09-28T00:45:35.274" v="376" actId="14100"/>
          <ac:spMkLst>
            <pc:docMk/>
            <pc:sldMk cId="3991602505" sldId="258"/>
            <ac:spMk id="6" creationId="{00000000-0000-0000-0000-000000000000}"/>
          </ac:spMkLst>
        </pc:spChg>
        <pc:spChg chg="add del mod">
          <ac:chgData name="Simamkele Jokose" userId="2c3454d5-ca34-4472-87b8-5fd80079e681" providerId="ADAL" clId="{3EBBD2BB-6F04-4998-8805-A4807D63A80D}" dt="2026-09-28T02:21:18.081" v="3043"/>
          <ac:spMkLst>
            <pc:docMk/>
            <pc:sldMk cId="3991602505" sldId="258"/>
            <ac:spMk id="7" creationId="{00000000-0000-0000-0000-000000000000}"/>
          </ac:spMkLst>
        </pc:spChg>
        <pc:spChg chg="mod">
          <ac:chgData name="Simamkele Jokose" userId="2c3454d5-ca34-4472-87b8-5fd80079e681" providerId="ADAL" clId="{3EBBD2BB-6F04-4998-8805-A4807D63A80D}" dt="2026-09-28T02:21:47.402" v="3048" actId="1076"/>
          <ac:spMkLst>
            <pc:docMk/>
            <pc:sldMk cId="3991602505" sldId="258"/>
            <ac:spMk id="8" creationId="{00000000-0000-0000-0000-000000000000}"/>
          </ac:spMkLst>
        </pc:spChg>
      </pc:sldChg>
      <pc:sldChg chg="modTransition">
        <pc:chgData name="Simamkele Jokose" userId="2c3454d5-ca34-4472-87b8-5fd80079e681" providerId="ADAL" clId="{3EBBD2BB-6F04-4998-8805-A4807D63A80D}" dt="2026-09-28T02:26:26.052" v="3072"/>
        <pc:sldMkLst>
          <pc:docMk/>
          <pc:sldMk cId="2585355229" sldId="260"/>
        </pc:sldMkLst>
      </pc:sldChg>
      <pc:sldChg chg="modSp mod">
        <pc:chgData name="Simamkele Jokose" userId="2c3454d5-ca34-4472-87b8-5fd80079e681" providerId="ADAL" clId="{3EBBD2BB-6F04-4998-8805-A4807D63A80D}" dt="2026-09-28T01:32:20.045" v="1928" actId="14100"/>
        <pc:sldMkLst>
          <pc:docMk/>
          <pc:sldMk cId="52787161" sldId="261"/>
        </pc:sldMkLst>
        <pc:picChg chg="mod">
          <ac:chgData name="Simamkele Jokose" userId="2c3454d5-ca34-4472-87b8-5fd80079e681" providerId="ADAL" clId="{3EBBD2BB-6F04-4998-8805-A4807D63A80D}" dt="2026-09-28T01:32:11.412" v="1925" actId="14100"/>
          <ac:picMkLst>
            <pc:docMk/>
            <pc:sldMk cId="52787161" sldId="261"/>
            <ac:picMk id="14" creationId="{00000000-0000-0000-0000-000000000000}"/>
          </ac:picMkLst>
        </pc:picChg>
        <pc:picChg chg="mod">
          <ac:chgData name="Simamkele Jokose" userId="2c3454d5-ca34-4472-87b8-5fd80079e681" providerId="ADAL" clId="{3EBBD2BB-6F04-4998-8805-A4807D63A80D}" dt="2026-09-28T01:32:20.045" v="1928" actId="14100"/>
          <ac:picMkLst>
            <pc:docMk/>
            <pc:sldMk cId="52787161" sldId="261"/>
            <ac:picMk id="16" creationId="{00000000-0000-0000-0000-000000000000}"/>
          </ac:picMkLst>
        </pc:picChg>
      </pc:sldChg>
      <pc:sldChg chg="modSp mod">
        <pc:chgData name="Simamkele Jokose" userId="2c3454d5-ca34-4472-87b8-5fd80079e681" providerId="ADAL" clId="{3EBBD2BB-6F04-4998-8805-A4807D63A80D}" dt="2026-09-28T01:36:48.528" v="1946" actId="1076"/>
        <pc:sldMkLst>
          <pc:docMk/>
          <pc:sldMk cId="449244926" sldId="263"/>
        </pc:sldMkLst>
        <pc:spChg chg="mod">
          <ac:chgData name="Simamkele Jokose" userId="2c3454d5-ca34-4472-87b8-5fd80079e681" providerId="ADAL" clId="{3EBBD2BB-6F04-4998-8805-A4807D63A80D}" dt="2026-09-28T01:36:48.528" v="1946" actId="1076"/>
          <ac:spMkLst>
            <pc:docMk/>
            <pc:sldMk cId="449244926" sldId="263"/>
            <ac:spMk id="2" creationId="{67BAB13B-D23D-4AD8-404E-92836635C52F}"/>
          </ac:spMkLst>
        </pc:spChg>
      </pc:sldChg>
      <pc:sldChg chg="modSp mod">
        <pc:chgData name="Simamkele Jokose" userId="2c3454d5-ca34-4472-87b8-5fd80079e681" providerId="ADAL" clId="{3EBBD2BB-6F04-4998-8805-A4807D63A80D}" dt="2026-09-28T01:37:03.781" v="1949" actId="1076"/>
        <pc:sldMkLst>
          <pc:docMk/>
          <pc:sldMk cId="1005794632" sldId="265"/>
        </pc:sldMkLst>
        <pc:spChg chg="mod">
          <ac:chgData name="Simamkele Jokose" userId="2c3454d5-ca34-4472-87b8-5fd80079e681" providerId="ADAL" clId="{3EBBD2BB-6F04-4998-8805-A4807D63A80D}" dt="2026-09-28T01:37:03.781" v="1949" actId="1076"/>
          <ac:spMkLst>
            <pc:docMk/>
            <pc:sldMk cId="1005794632" sldId="265"/>
            <ac:spMk id="2" creationId="{B1E6F2A8-13F1-6CF2-1E94-3ADE2AFAF959}"/>
          </ac:spMkLst>
        </pc:spChg>
      </pc:sldChg>
      <pc:sldChg chg="addSp modSp mod modTransition">
        <pc:chgData name="Simamkele Jokose" userId="2c3454d5-ca34-4472-87b8-5fd80079e681" providerId="ADAL" clId="{3EBBD2BB-6F04-4998-8805-A4807D63A80D}" dt="2026-09-28T02:27:06.777" v="3076"/>
        <pc:sldMkLst>
          <pc:docMk/>
          <pc:sldMk cId="290701309" sldId="266"/>
        </pc:sldMkLst>
        <pc:spChg chg="mod">
          <ac:chgData name="Simamkele Jokose" userId="2c3454d5-ca34-4472-87b8-5fd80079e681" providerId="ADAL" clId="{3EBBD2BB-6F04-4998-8805-A4807D63A80D}" dt="2026-09-28T01:14:08.185" v="1859" actId="1076"/>
          <ac:spMkLst>
            <pc:docMk/>
            <pc:sldMk cId="290701309" sldId="266"/>
            <ac:spMk id="2" creationId="{C6DAF514-CD53-FDC5-A79D-3B7F1EA4BCC2}"/>
          </ac:spMkLst>
        </pc:spChg>
        <pc:spChg chg="mod">
          <ac:chgData name="Simamkele Jokose" userId="2c3454d5-ca34-4472-87b8-5fd80079e681" providerId="ADAL" clId="{3EBBD2BB-6F04-4998-8805-A4807D63A80D}" dt="2026-09-28T01:14:14.474" v="1860" actId="1076"/>
          <ac:spMkLst>
            <pc:docMk/>
            <pc:sldMk cId="290701309" sldId="266"/>
            <ac:spMk id="3" creationId="{00000000-0000-0000-0000-000000000000}"/>
          </ac:spMkLst>
        </pc:spChg>
        <pc:spChg chg="mod">
          <ac:chgData name="Simamkele Jokose" userId="2c3454d5-ca34-4472-87b8-5fd80079e681" providerId="ADAL" clId="{3EBBD2BB-6F04-4998-8805-A4807D63A80D}" dt="2026-09-28T02:23:40.451" v="3054" actId="1076"/>
          <ac:spMkLst>
            <pc:docMk/>
            <pc:sldMk cId="290701309" sldId="266"/>
            <ac:spMk id="5" creationId="{00000000-0000-0000-0000-000000000000}"/>
          </ac:spMkLst>
        </pc:spChg>
        <pc:spChg chg="mod">
          <ac:chgData name="Simamkele Jokose" userId="2c3454d5-ca34-4472-87b8-5fd80079e681" providerId="ADAL" clId="{3EBBD2BB-6F04-4998-8805-A4807D63A80D}" dt="2026-09-28T02:24:12.526" v="3059"/>
          <ac:spMkLst>
            <pc:docMk/>
            <pc:sldMk cId="290701309" sldId="266"/>
            <ac:spMk id="6" creationId="{00000000-0000-0000-0000-000000000000}"/>
          </ac:spMkLst>
        </pc:spChg>
        <pc:graphicFrameChg chg="mod modGraphic">
          <ac:chgData name="Simamkele Jokose" userId="2c3454d5-ca34-4472-87b8-5fd80079e681" providerId="ADAL" clId="{3EBBD2BB-6F04-4998-8805-A4807D63A80D}" dt="2026-09-28T02:23:34.843" v="3053" actId="255"/>
          <ac:graphicFrameMkLst>
            <pc:docMk/>
            <pc:sldMk cId="290701309" sldId="266"/>
            <ac:graphicFrameMk id="4" creationId="{00000000-0000-0000-0000-000000000000}"/>
          </ac:graphicFrameMkLst>
        </pc:graphicFrameChg>
        <pc:graphicFrameChg chg="add mod">
          <ac:chgData name="Simamkele Jokose" userId="2c3454d5-ca34-4472-87b8-5fd80079e681" providerId="ADAL" clId="{3EBBD2BB-6F04-4998-8805-A4807D63A80D}" dt="2026-09-28T02:23:00.855" v="3050"/>
          <ac:graphicFrameMkLst>
            <pc:docMk/>
            <pc:sldMk cId="290701309" sldId="266"/>
            <ac:graphicFrameMk id="7" creationId="{2F4592FC-9FB2-9ED7-5787-344EAA00902F}"/>
          </ac:graphicFrameMkLst>
        </pc:graphicFrameChg>
      </pc:sldChg>
      <pc:sldChg chg="addSp delSp modSp del mod">
        <pc:chgData name="Simamkele Jokose" userId="2c3454d5-ca34-4472-87b8-5fd80079e681" providerId="ADAL" clId="{3EBBD2BB-6F04-4998-8805-A4807D63A80D}" dt="2026-09-28T00:27:30.595" v="286" actId="47"/>
        <pc:sldMkLst>
          <pc:docMk/>
          <pc:sldMk cId="1209237103" sldId="267"/>
        </pc:sldMkLst>
        <pc:spChg chg="add del">
          <ac:chgData name="Simamkele Jokose" userId="2c3454d5-ca34-4472-87b8-5fd80079e681" providerId="ADAL" clId="{3EBBD2BB-6F04-4998-8805-A4807D63A80D}" dt="2026-09-28T00:27:18.129" v="285" actId="21"/>
          <ac:spMkLst>
            <pc:docMk/>
            <pc:sldMk cId="1209237103" sldId="267"/>
            <ac:spMk id="2" creationId="{77A276CD-5640-55B4-542D-C676003A3FAC}"/>
          </ac:spMkLst>
        </pc:spChg>
        <pc:spChg chg="add del">
          <ac:chgData name="Simamkele Jokose" userId="2c3454d5-ca34-4472-87b8-5fd80079e681" providerId="ADAL" clId="{3EBBD2BB-6F04-4998-8805-A4807D63A80D}" dt="2026-09-28T00:27:18.129" v="285" actId="21"/>
          <ac:spMkLst>
            <pc:docMk/>
            <pc:sldMk cId="1209237103" sldId="267"/>
            <ac:spMk id="4"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5"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6"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7"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8"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9" creationId="{00000000-0000-0000-0000-000000000000}"/>
          </ac:spMkLst>
        </pc:spChg>
        <pc:spChg chg="add del">
          <ac:chgData name="Simamkele Jokose" userId="2c3454d5-ca34-4472-87b8-5fd80079e681" providerId="ADAL" clId="{3EBBD2BB-6F04-4998-8805-A4807D63A80D}" dt="2026-09-28T00:27:18.129" v="285" actId="21"/>
          <ac:spMkLst>
            <pc:docMk/>
            <pc:sldMk cId="1209237103" sldId="267"/>
            <ac:spMk id="10" creationId="{00000000-0000-0000-0000-000000000000}"/>
          </ac:spMkLst>
        </pc:spChg>
        <pc:spChg chg="del">
          <ac:chgData name="Simamkele Jokose" userId="2c3454d5-ca34-4472-87b8-5fd80079e681" providerId="ADAL" clId="{3EBBD2BB-6F04-4998-8805-A4807D63A80D}" dt="2026-09-28T00:27:18.129" v="285" actId="21"/>
          <ac:spMkLst>
            <pc:docMk/>
            <pc:sldMk cId="1209237103" sldId="267"/>
            <ac:spMk id="11" creationId="{00000000-0000-0000-0000-000000000000}"/>
          </ac:spMkLst>
        </pc:spChg>
        <pc:spChg chg="add del mod">
          <ac:chgData name="Simamkele Jokose" userId="2c3454d5-ca34-4472-87b8-5fd80079e681" providerId="ADAL" clId="{3EBBD2BB-6F04-4998-8805-A4807D63A80D}" dt="2026-09-28T00:27:13.340" v="284" actId="21"/>
          <ac:spMkLst>
            <pc:docMk/>
            <pc:sldMk cId="1209237103" sldId="267"/>
            <ac:spMk id="12" creationId="{F4B4F7AC-2F00-F671-3018-0A6595053156}"/>
          </ac:spMkLst>
        </pc:spChg>
        <pc:spChg chg="add mod">
          <ac:chgData name="Simamkele Jokose" userId="2c3454d5-ca34-4472-87b8-5fd80079e681" providerId="ADAL" clId="{3EBBD2BB-6F04-4998-8805-A4807D63A80D}" dt="2026-09-28T00:27:18.129" v="285" actId="21"/>
          <ac:spMkLst>
            <pc:docMk/>
            <pc:sldMk cId="1209237103" sldId="267"/>
            <ac:spMk id="14" creationId="{876C277A-40F7-C7CB-DD2F-5FB7CAF9871B}"/>
          </ac:spMkLst>
        </pc:spChg>
      </pc:sldChg>
      <pc:sldChg chg="modTransition">
        <pc:chgData name="Simamkele Jokose" userId="2c3454d5-ca34-4472-87b8-5fd80079e681" providerId="ADAL" clId="{3EBBD2BB-6F04-4998-8805-A4807D63A80D}" dt="2026-09-28T02:26:31.426" v="3073"/>
        <pc:sldMkLst>
          <pc:docMk/>
          <pc:sldMk cId="3991602505" sldId="268"/>
        </pc:sldMkLst>
      </pc:sldChg>
      <pc:sldChg chg="modSp mod modTransition">
        <pc:chgData name="Simamkele Jokose" userId="2c3454d5-ca34-4472-87b8-5fd80079e681" providerId="ADAL" clId="{3EBBD2BB-6F04-4998-8805-A4807D63A80D}" dt="2026-09-28T02:26:42.133" v="3074"/>
        <pc:sldMkLst>
          <pc:docMk/>
          <pc:sldMk cId="52787161" sldId="269"/>
        </pc:sldMkLst>
        <pc:spChg chg="mod">
          <ac:chgData name="Simamkele Jokose" userId="2c3454d5-ca34-4472-87b8-5fd80079e681" providerId="ADAL" clId="{3EBBD2BB-6F04-4998-8805-A4807D63A80D}" dt="2026-09-28T01:36:54.853" v="1947" actId="1076"/>
          <ac:spMkLst>
            <pc:docMk/>
            <pc:sldMk cId="52787161" sldId="269"/>
            <ac:spMk id="2" creationId="{06A3BAEA-55DF-81B4-C8EF-2E096870483B}"/>
          </ac:spMkLst>
        </pc:spChg>
        <pc:picChg chg="mod">
          <ac:chgData name="Simamkele Jokose" userId="2c3454d5-ca34-4472-87b8-5fd80079e681" providerId="ADAL" clId="{3EBBD2BB-6F04-4998-8805-A4807D63A80D}" dt="2026-09-28T01:32:38.835" v="1929" actId="14100"/>
          <ac:picMkLst>
            <pc:docMk/>
            <pc:sldMk cId="52787161" sldId="269"/>
            <ac:picMk id="14" creationId="{00000000-0000-0000-0000-000000000000}"/>
          </ac:picMkLst>
        </pc:picChg>
        <pc:picChg chg="mod">
          <ac:chgData name="Simamkele Jokose" userId="2c3454d5-ca34-4472-87b8-5fd80079e681" providerId="ADAL" clId="{3EBBD2BB-6F04-4998-8805-A4807D63A80D}" dt="2026-09-28T01:32:41.632" v="1930" actId="14100"/>
          <ac:picMkLst>
            <pc:docMk/>
            <pc:sldMk cId="52787161" sldId="269"/>
            <ac:picMk id="16" creationId="{00000000-0000-0000-0000-000000000000}"/>
          </ac:picMkLst>
        </pc:picChg>
      </pc:sldChg>
      <pc:sldChg chg="addSp delSp modSp new mod ord modTransition setBg">
        <pc:chgData name="Simamkele Jokose" userId="2c3454d5-ca34-4472-87b8-5fd80079e681" providerId="ADAL" clId="{3EBBD2BB-6F04-4998-8805-A4807D63A80D}" dt="2026-09-28T02:25:54.782" v="3069"/>
        <pc:sldMkLst>
          <pc:docMk/>
          <pc:sldMk cId="3237075178" sldId="270"/>
        </pc:sldMkLst>
        <pc:spChg chg="del">
          <ac:chgData name="Simamkele Jokose" userId="2c3454d5-ca34-4472-87b8-5fd80079e681" providerId="ADAL" clId="{3EBBD2BB-6F04-4998-8805-A4807D63A80D}" dt="2026-09-27T23:08:28.352" v="37" actId="478"/>
          <ac:spMkLst>
            <pc:docMk/>
            <pc:sldMk cId="3237075178" sldId="270"/>
            <ac:spMk id="2" creationId="{277592FC-6F70-0284-6940-7A8431D38F74}"/>
          </ac:spMkLst>
        </pc:spChg>
        <pc:spChg chg="del">
          <ac:chgData name="Simamkele Jokose" userId="2c3454d5-ca34-4472-87b8-5fd80079e681" providerId="ADAL" clId="{3EBBD2BB-6F04-4998-8805-A4807D63A80D}" dt="2026-09-27T23:08:31.548" v="38" actId="478"/>
          <ac:spMkLst>
            <pc:docMk/>
            <pc:sldMk cId="3237075178" sldId="270"/>
            <ac:spMk id="3" creationId="{4D046F17-6F4A-603A-D909-E0EA6642E1B0}"/>
          </ac:spMkLst>
        </pc:spChg>
        <pc:spChg chg="add mod">
          <ac:chgData name="Simamkele Jokose" userId="2c3454d5-ca34-4472-87b8-5fd80079e681" providerId="ADAL" clId="{3EBBD2BB-6F04-4998-8805-A4807D63A80D}" dt="2026-09-28T02:25:11.808" v="3067" actId="1076"/>
          <ac:spMkLst>
            <pc:docMk/>
            <pc:sldMk cId="3237075178" sldId="270"/>
            <ac:spMk id="4" creationId="{31983781-197B-B5A5-ED51-53748BA201E1}"/>
          </ac:spMkLst>
        </pc:spChg>
        <pc:spChg chg="add mod">
          <ac:chgData name="Simamkele Jokose" userId="2c3454d5-ca34-4472-87b8-5fd80079e681" providerId="ADAL" clId="{3EBBD2BB-6F04-4998-8805-A4807D63A80D}" dt="2026-09-28T02:25:14.676" v="3068" actId="1076"/>
          <ac:spMkLst>
            <pc:docMk/>
            <pc:sldMk cId="3237075178" sldId="270"/>
            <ac:spMk id="5" creationId="{04A91AE0-8B44-7132-9BE2-83FF3A9F3957}"/>
          </ac:spMkLst>
        </pc:spChg>
        <pc:spChg chg="add del mod">
          <ac:chgData name="Simamkele Jokose" userId="2c3454d5-ca34-4472-87b8-5fd80079e681" providerId="ADAL" clId="{3EBBD2BB-6F04-4998-8805-A4807D63A80D}" dt="2026-09-27T23:10:03.908" v="41" actId="478"/>
          <ac:spMkLst>
            <pc:docMk/>
            <pc:sldMk cId="3237075178" sldId="270"/>
            <ac:spMk id="6" creationId="{00000000-0000-0000-0000-000000000000}"/>
          </ac:spMkLst>
        </pc:spChg>
        <pc:spChg chg="add mod">
          <ac:chgData name="Simamkele Jokose" userId="2c3454d5-ca34-4472-87b8-5fd80079e681" providerId="ADAL" clId="{3EBBD2BB-6F04-4998-8805-A4807D63A80D}" dt="2026-09-27T23:08:19.222" v="36"/>
          <ac:spMkLst>
            <pc:docMk/>
            <pc:sldMk cId="3237075178" sldId="270"/>
            <ac:spMk id="7" creationId="{00000000-0000-0000-0000-000000000000}"/>
          </ac:spMkLst>
        </pc:spChg>
        <pc:spChg chg="add mod">
          <ac:chgData name="Simamkele Jokose" userId="2c3454d5-ca34-4472-87b8-5fd80079e681" providerId="ADAL" clId="{3EBBD2BB-6F04-4998-8805-A4807D63A80D}" dt="2026-09-27T23:08:19.222" v="36"/>
          <ac:spMkLst>
            <pc:docMk/>
            <pc:sldMk cId="3237075178" sldId="270"/>
            <ac:spMk id="8" creationId="{00000000-0000-0000-0000-000000000000}"/>
          </ac:spMkLst>
        </pc:spChg>
        <pc:spChg chg="add mod">
          <ac:chgData name="Simamkele Jokose" userId="2c3454d5-ca34-4472-87b8-5fd80079e681" providerId="ADAL" clId="{3EBBD2BB-6F04-4998-8805-A4807D63A80D}" dt="2026-09-27T23:08:19.222" v="36"/>
          <ac:spMkLst>
            <pc:docMk/>
            <pc:sldMk cId="3237075178" sldId="270"/>
            <ac:spMk id="9" creationId="{00000000-0000-0000-0000-000000000000}"/>
          </ac:spMkLst>
        </pc:spChg>
        <pc:spChg chg="add del">
          <ac:chgData name="Simamkele Jokose" userId="2c3454d5-ca34-4472-87b8-5fd80079e681" providerId="ADAL" clId="{3EBBD2BB-6F04-4998-8805-A4807D63A80D}" dt="2026-09-27T23:15:14.782" v="43" actId="26606"/>
          <ac:spMkLst>
            <pc:docMk/>
            <pc:sldMk cId="3237075178" sldId="270"/>
            <ac:spMk id="14" creationId="{4BC99CB9-DDAD-44A2-8A1C-E3AF4E72DF5C}"/>
          </ac:spMkLst>
        </pc:spChg>
        <pc:spChg chg="add del">
          <ac:chgData name="Simamkele Jokose" userId="2c3454d5-ca34-4472-87b8-5fd80079e681" providerId="ADAL" clId="{3EBBD2BB-6F04-4998-8805-A4807D63A80D}" dt="2026-09-27T23:15:17.458" v="47" actId="26606"/>
          <ac:spMkLst>
            <pc:docMk/>
            <pc:sldMk cId="3237075178" sldId="270"/>
            <ac:spMk id="20" creationId="{CBC4F608-B4B8-48C3-9572-C0F061B1CD99}"/>
          </ac:spMkLst>
        </pc:spChg>
        <pc:spChg chg="add del">
          <ac:chgData name="Simamkele Jokose" userId="2c3454d5-ca34-4472-87b8-5fd80079e681" providerId="ADAL" clId="{3EBBD2BB-6F04-4998-8805-A4807D63A80D}" dt="2026-09-27T23:15:16.603" v="45" actId="26606"/>
          <ac:spMkLst>
            <pc:docMk/>
            <pc:sldMk cId="3237075178" sldId="270"/>
            <ac:spMk id="24" creationId="{B6CDA21F-E7AF-4C75-8395-33F58D5B0E45}"/>
          </ac:spMkLst>
        </pc:spChg>
        <pc:spChg chg="add del">
          <ac:chgData name="Simamkele Jokose" userId="2c3454d5-ca34-4472-87b8-5fd80079e681" providerId="ADAL" clId="{3EBBD2BB-6F04-4998-8805-A4807D63A80D}" dt="2026-09-27T23:15:16.603" v="45" actId="26606"/>
          <ac:spMkLst>
            <pc:docMk/>
            <pc:sldMk cId="3237075178" sldId="270"/>
            <ac:spMk id="29" creationId="{D5B0017B-2ECA-49AF-B397-DC140825DF8D}"/>
          </ac:spMkLst>
        </pc:spChg>
        <pc:spChg chg="add del">
          <ac:chgData name="Simamkele Jokose" userId="2c3454d5-ca34-4472-87b8-5fd80079e681" providerId="ADAL" clId="{3EBBD2BB-6F04-4998-8805-A4807D63A80D}" dt="2026-09-27T23:15:17.458" v="47" actId="26606"/>
          <ac:spMkLst>
            <pc:docMk/>
            <pc:sldMk cId="3237075178" sldId="270"/>
            <ac:spMk id="31" creationId="{4DA718D0-4865-4629-8134-44F68D41D574}"/>
          </ac:spMkLst>
        </pc:spChg>
        <pc:spChg chg="add del">
          <ac:chgData name="Simamkele Jokose" userId="2c3454d5-ca34-4472-87b8-5fd80079e681" providerId="ADAL" clId="{3EBBD2BB-6F04-4998-8805-A4807D63A80D}" dt="2026-09-27T23:15:21.008" v="49" actId="26606"/>
          <ac:spMkLst>
            <pc:docMk/>
            <pc:sldMk cId="3237075178" sldId="270"/>
            <ac:spMk id="34" creationId="{081EA652-8C6A-4E69-BEB9-170809474553}"/>
          </ac:spMkLst>
        </pc:spChg>
        <pc:spChg chg="add del">
          <ac:chgData name="Simamkele Jokose" userId="2c3454d5-ca34-4472-87b8-5fd80079e681" providerId="ADAL" clId="{3EBBD2BB-6F04-4998-8805-A4807D63A80D}" dt="2026-09-27T23:15:21.008" v="49" actId="26606"/>
          <ac:spMkLst>
            <pc:docMk/>
            <pc:sldMk cId="3237075178" sldId="270"/>
            <ac:spMk id="35" creationId="{5298780A-33B9-4EA2-8F67-DE68AD62841B}"/>
          </ac:spMkLst>
        </pc:spChg>
        <pc:spChg chg="add del">
          <ac:chgData name="Simamkele Jokose" userId="2c3454d5-ca34-4472-87b8-5fd80079e681" providerId="ADAL" clId="{3EBBD2BB-6F04-4998-8805-A4807D63A80D}" dt="2026-09-27T23:15:21.008" v="49" actId="26606"/>
          <ac:spMkLst>
            <pc:docMk/>
            <pc:sldMk cId="3237075178" sldId="270"/>
            <ac:spMk id="36" creationId="{7F488E8B-4E1E-4402-8935-D4E6C02615C7}"/>
          </ac:spMkLst>
        </pc:spChg>
        <pc:spChg chg="add del">
          <ac:chgData name="Simamkele Jokose" userId="2c3454d5-ca34-4472-87b8-5fd80079e681" providerId="ADAL" clId="{3EBBD2BB-6F04-4998-8805-A4807D63A80D}" dt="2026-09-27T23:15:23.931" v="51" actId="26606"/>
          <ac:spMkLst>
            <pc:docMk/>
            <pc:sldMk cId="3237075178" sldId="270"/>
            <ac:spMk id="38" creationId="{87BF42CA-AD55-48B4-8949-C4DCA60A6AEE}"/>
          </ac:spMkLst>
        </pc:spChg>
        <pc:spChg chg="add del">
          <ac:chgData name="Simamkele Jokose" userId="2c3454d5-ca34-4472-87b8-5fd80079e681" providerId="ADAL" clId="{3EBBD2BB-6F04-4998-8805-A4807D63A80D}" dt="2026-09-27T23:15:23.931" v="51" actId="26606"/>
          <ac:spMkLst>
            <pc:docMk/>
            <pc:sldMk cId="3237075178" sldId="270"/>
            <ac:spMk id="39" creationId="{66AE1D3D-3106-4CB2-AA7C-0C1642AC0F2E}"/>
          </ac:spMkLst>
        </pc:spChg>
        <pc:spChg chg="add del">
          <ac:chgData name="Simamkele Jokose" userId="2c3454d5-ca34-4472-87b8-5fd80079e681" providerId="ADAL" clId="{3EBBD2BB-6F04-4998-8805-A4807D63A80D}" dt="2026-09-27T23:15:26.504" v="53" actId="26606"/>
          <ac:spMkLst>
            <pc:docMk/>
            <pc:sldMk cId="3237075178" sldId="270"/>
            <ac:spMk id="43" creationId="{FA3C7DEA-BCC2-4295-8850-147993296189}"/>
          </ac:spMkLst>
        </pc:spChg>
        <pc:spChg chg="add del">
          <ac:chgData name="Simamkele Jokose" userId="2c3454d5-ca34-4472-87b8-5fd80079e681" providerId="ADAL" clId="{3EBBD2BB-6F04-4998-8805-A4807D63A80D}" dt="2026-09-27T23:15:26.504" v="53" actId="26606"/>
          <ac:spMkLst>
            <pc:docMk/>
            <pc:sldMk cId="3237075178" sldId="270"/>
            <ac:spMk id="44" creationId="{C289949D-B9F6-468A-86FE-2694DC5AE773}"/>
          </ac:spMkLst>
        </pc:spChg>
        <pc:spChg chg="add del">
          <ac:chgData name="Simamkele Jokose" userId="2c3454d5-ca34-4472-87b8-5fd80079e681" providerId="ADAL" clId="{3EBBD2BB-6F04-4998-8805-A4807D63A80D}" dt="2026-09-27T23:15:28.625" v="55" actId="26606"/>
          <ac:spMkLst>
            <pc:docMk/>
            <pc:sldMk cId="3237075178" sldId="270"/>
            <ac:spMk id="51" creationId="{D038248A-211C-4EEC-8401-C761B929FB52}"/>
          </ac:spMkLst>
        </pc:spChg>
        <pc:spChg chg="add del">
          <ac:chgData name="Simamkele Jokose" userId="2c3454d5-ca34-4472-87b8-5fd80079e681" providerId="ADAL" clId="{3EBBD2BB-6F04-4998-8805-A4807D63A80D}" dt="2026-09-27T23:15:28.625" v="55" actId="26606"/>
          <ac:spMkLst>
            <pc:docMk/>
            <pc:sldMk cId="3237075178" sldId="270"/>
            <ac:spMk id="52" creationId="{C30A849F-66D9-40C8-BEC8-35AFF8F4568F}"/>
          </ac:spMkLst>
        </pc:spChg>
        <pc:spChg chg="add del">
          <ac:chgData name="Simamkele Jokose" userId="2c3454d5-ca34-4472-87b8-5fd80079e681" providerId="ADAL" clId="{3EBBD2BB-6F04-4998-8805-A4807D63A80D}" dt="2026-09-27T23:15:31.052" v="57" actId="26606"/>
          <ac:spMkLst>
            <pc:docMk/>
            <pc:sldMk cId="3237075178" sldId="270"/>
            <ac:spMk id="58" creationId="{43C823D3-D619-407C-89E0-C6F6B1E7A42A}"/>
          </ac:spMkLst>
        </pc:spChg>
        <pc:spChg chg="add del">
          <ac:chgData name="Simamkele Jokose" userId="2c3454d5-ca34-4472-87b8-5fd80079e681" providerId="ADAL" clId="{3EBBD2BB-6F04-4998-8805-A4807D63A80D}" dt="2026-09-27T23:15:31.052" v="57" actId="26606"/>
          <ac:spMkLst>
            <pc:docMk/>
            <pc:sldMk cId="3237075178" sldId="270"/>
            <ac:spMk id="59" creationId="{047F8E3E-2FFA-4A0F-B3C7-E57ADDCFB415}"/>
          </ac:spMkLst>
        </pc:spChg>
        <pc:spChg chg="add del">
          <ac:chgData name="Simamkele Jokose" userId="2c3454d5-ca34-4472-87b8-5fd80079e681" providerId="ADAL" clId="{3EBBD2BB-6F04-4998-8805-A4807D63A80D}" dt="2026-09-27T23:15:40.154" v="59" actId="26606"/>
          <ac:spMkLst>
            <pc:docMk/>
            <pc:sldMk cId="3237075178" sldId="270"/>
            <ac:spMk id="71" creationId="{18873D23-2DCF-4B31-A009-95721C06E8E1}"/>
          </ac:spMkLst>
        </pc:spChg>
        <pc:spChg chg="add del">
          <ac:chgData name="Simamkele Jokose" userId="2c3454d5-ca34-4472-87b8-5fd80079e681" providerId="ADAL" clId="{3EBBD2BB-6F04-4998-8805-A4807D63A80D}" dt="2026-09-27T23:15:40.154" v="59" actId="26606"/>
          <ac:spMkLst>
            <pc:docMk/>
            <pc:sldMk cId="3237075178" sldId="270"/>
            <ac:spMk id="72" creationId="{C13EF075-D4EF-4929-ADBC-91B27DA19955}"/>
          </ac:spMkLst>
        </pc:spChg>
        <pc:spChg chg="add">
          <ac:chgData name="Simamkele Jokose" userId="2c3454d5-ca34-4472-87b8-5fd80079e681" providerId="ADAL" clId="{3EBBD2BB-6F04-4998-8805-A4807D63A80D}" dt="2026-09-27T23:15:40.169" v="60" actId="26606"/>
          <ac:spMkLst>
            <pc:docMk/>
            <pc:sldMk cId="3237075178" sldId="270"/>
            <ac:spMk id="76" creationId="{4BC99CB9-DDAD-44A2-8A1C-E3AF4E72DF5C}"/>
          </ac:spMkLst>
        </pc:spChg>
        <pc:grpChg chg="add del">
          <ac:chgData name="Simamkele Jokose" userId="2c3454d5-ca34-4472-87b8-5fd80079e681" providerId="ADAL" clId="{3EBBD2BB-6F04-4998-8805-A4807D63A80D}" dt="2026-09-27T23:15:14.782" v="43" actId="26606"/>
          <ac:grpSpMkLst>
            <pc:docMk/>
            <pc:sldMk cId="3237075178" sldId="270"/>
            <ac:grpSpMk id="16" creationId="{5C3921CD-DDE5-4B57-8FDF-B37ADE4EDAC7}"/>
          </ac:grpSpMkLst>
        </pc:grpChg>
        <pc:grpChg chg="add del">
          <ac:chgData name="Simamkele Jokose" userId="2c3454d5-ca34-4472-87b8-5fd80079e681" providerId="ADAL" clId="{3EBBD2BB-6F04-4998-8805-A4807D63A80D}" dt="2026-09-27T23:15:23.931" v="51" actId="26606"/>
          <ac:grpSpMkLst>
            <pc:docMk/>
            <pc:sldMk cId="3237075178" sldId="270"/>
            <ac:grpSpMk id="18" creationId="{0A31B6AF-B711-4CDB-8C2B-16E963DDC4C5}"/>
          </ac:grpSpMkLst>
        </pc:grpChg>
        <pc:grpChg chg="add del">
          <ac:chgData name="Simamkele Jokose" userId="2c3454d5-ca34-4472-87b8-5fd80079e681" providerId="ADAL" clId="{3EBBD2BB-6F04-4998-8805-A4807D63A80D}" dt="2026-09-27T23:15:16.603" v="45" actId="26606"/>
          <ac:grpSpMkLst>
            <pc:docMk/>
            <pc:sldMk cId="3237075178" sldId="270"/>
            <ac:grpSpMk id="25" creationId="{AE1C45F0-260A-458C-96ED-C1F6D2151219}"/>
          </ac:grpSpMkLst>
        </pc:grpChg>
        <pc:grpChg chg="add del">
          <ac:chgData name="Simamkele Jokose" userId="2c3454d5-ca34-4472-87b8-5fd80079e681" providerId="ADAL" clId="{3EBBD2BB-6F04-4998-8805-A4807D63A80D}" dt="2026-09-27T23:15:17.458" v="47" actId="26606"/>
          <ac:grpSpMkLst>
            <pc:docMk/>
            <pc:sldMk cId="3237075178" sldId="270"/>
            <ac:grpSpMk id="32" creationId="{65167ED7-6315-43AB-B1B6-C326D5FD8F84}"/>
          </ac:grpSpMkLst>
        </pc:grpChg>
        <pc:grpChg chg="add del">
          <ac:chgData name="Simamkele Jokose" userId="2c3454d5-ca34-4472-87b8-5fd80079e681" providerId="ADAL" clId="{3EBBD2BB-6F04-4998-8805-A4807D63A80D}" dt="2026-09-27T23:15:26.504" v="53" actId="26606"/>
          <ac:grpSpMkLst>
            <pc:docMk/>
            <pc:sldMk cId="3237075178" sldId="270"/>
            <ac:grpSpMk id="45" creationId="{E4DF0958-0C87-4C28-9554-2FADC788C2B1}"/>
          </ac:grpSpMkLst>
        </pc:grpChg>
        <pc:grpChg chg="add del">
          <ac:chgData name="Simamkele Jokose" userId="2c3454d5-ca34-4472-87b8-5fd80079e681" providerId="ADAL" clId="{3EBBD2BB-6F04-4998-8805-A4807D63A80D}" dt="2026-09-27T23:15:28.625" v="55" actId="26606"/>
          <ac:grpSpMkLst>
            <pc:docMk/>
            <pc:sldMk cId="3237075178" sldId="270"/>
            <ac:grpSpMk id="53" creationId="{04542298-A2B1-480F-A11C-A40EDD19B857}"/>
          </ac:grpSpMkLst>
        </pc:grpChg>
        <pc:grpChg chg="add del">
          <ac:chgData name="Simamkele Jokose" userId="2c3454d5-ca34-4472-87b8-5fd80079e681" providerId="ADAL" clId="{3EBBD2BB-6F04-4998-8805-A4807D63A80D}" dt="2026-09-27T23:15:28.625" v="55" actId="26606"/>
          <ac:grpSpMkLst>
            <pc:docMk/>
            <pc:sldMk cId="3237075178" sldId="270"/>
            <ac:grpSpMk id="55" creationId="{2A5C9C35-2375-49EB-B99C-17C87D42FE7C}"/>
          </ac:grpSpMkLst>
        </pc:grpChg>
        <pc:grpChg chg="add del">
          <ac:chgData name="Simamkele Jokose" userId="2c3454d5-ca34-4472-87b8-5fd80079e681" providerId="ADAL" clId="{3EBBD2BB-6F04-4998-8805-A4807D63A80D}" dt="2026-09-27T23:15:31.052" v="57" actId="26606"/>
          <ac:grpSpMkLst>
            <pc:docMk/>
            <pc:sldMk cId="3237075178" sldId="270"/>
            <ac:grpSpMk id="60" creationId="{33D939F1-7ABE-4D0E-946A-43F37F556AFD}"/>
          </ac:grpSpMkLst>
        </pc:grpChg>
        <pc:grpChg chg="add del">
          <ac:chgData name="Simamkele Jokose" userId="2c3454d5-ca34-4472-87b8-5fd80079e681" providerId="ADAL" clId="{3EBBD2BB-6F04-4998-8805-A4807D63A80D}" dt="2026-09-27T23:15:31.052" v="57" actId="26606"/>
          <ac:grpSpMkLst>
            <pc:docMk/>
            <pc:sldMk cId="3237075178" sldId="270"/>
            <ac:grpSpMk id="65" creationId="{9DB3963A-4187-4A72-9DA4-CA6BADE22931}"/>
          </ac:grpSpMkLst>
        </pc:grpChg>
        <pc:grpChg chg="add del">
          <ac:chgData name="Simamkele Jokose" userId="2c3454d5-ca34-4472-87b8-5fd80079e681" providerId="ADAL" clId="{3EBBD2BB-6F04-4998-8805-A4807D63A80D}" dt="2026-09-27T23:15:40.154" v="59" actId="26606"/>
          <ac:grpSpMkLst>
            <pc:docMk/>
            <pc:sldMk cId="3237075178" sldId="270"/>
            <ac:grpSpMk id="73" creationId="{DAA26DFA-AAB2-4973-9C17-16D587C7B198}"/>
          </ac:grpSpMkLst>
        </pc:grpChg>
        <pc:grpChg chg="add">
          <ac:chgData name="Simamkele Jokose" userId="2c3454d5-ca34-4472-87b8-5fd80079e681" providerId="ADAL" clId="{3EBBD2BB-6F04-4998-8805-A4807D63A80D}" dt="2026-09-27T23:15:40.169" v="60" actId="26606"/>
          <ac:grpSpMkLst>
            <pc:docMk/>
            <pc:sldMk cId="3237075178" sldId="270"/>
            <ac:grpSpMk id="77" creationId="{5C3921CD-DDE5-4B57-8FDF-B37ADE4EDAC7}"/>
          </ac:grpSpMkLst>
        </pc:grpChg>
        <pc:cxnChg chg="add del">
          <ac:chgData name="Simamkele Jokose" userId="2c3454d5-ca34-4472-87b8-5fd80079e681" providerId="ADAL" clId="{3EBBD2BB-6F04-4998-8805-A4807D63A80D}" dt="2026-09-27T23:15:16.603" v="45" actId="26606"/>
          <ac:cxnSpMkLst>
            <pc:docMk/>
            <pc:sldMk cId="3237075178" sldId="270"/>
            <ac:cxnSpMk id="23" creationId="{6CF1BAF6-AD41-4082-B212-8A1F9A2E8779}"/>
          </ac:cxnSpMkLst>
        </pc:cxnChg>
      </pc:sldChg>
      <pc:sldChg chg="addSp delSp modSp new del mod">
        <pc:chgData name="Simamkele Jokose" userId="2c3454d5-ca34-4472-87b8-5fd80079e681" providerId="ADAL" clId="{3EBBD2BB-6F04-4998-8805-A4807D63A80D}" dt="2026-09-28T01:24:36.689" v="1880" actId="47"/>
        <pc:sldMkLst>
          <pc:docMk/>
          <pc:sldMk cId="656986039" sldId="271"/>
        </pc:sldMkLst>
        <pc:spChg chg="add del mod">
          <ac:chgData name="Simamkele Jokose" userId="2c3454d5-ca34-4472-87b8-5fd80079e681" providerId="ADAL" clId="{3EBBD2BB-6F04-4998-8805-A4807D63A80D}" dt="2026-09-28T01:24:31.428" v="1879" actId="21"/>
          <ac:spMkLst>
            <pc:docMk/>
            <pc:sldMk cId="656986039" sldId="271"/>
            <ac:spMk id="2" creationId="{77A276CD-5640-55B4-542D-C676003A3FAC}"/>
          </ac:spMkLst>
        </pc:spChg>
        <pc:spChg chg="add del mod">
          <ac:chgData name="Simamkele Jokose" userId="2c3454d5-ca34-4472-87b8-5fd80079e681" providerId="ADAL" clId="{3EBBD2BB-6F04-4998-8805-A4807D63A80D}" dt="2026-09-28T01:24:31.428" v="1879" actId="21"/>
          <ac:spMkLst>
            <pc:docMk/>
            <pc:sldMk cId="656986039" sldId="271"/>
            <ac:spMk id="4"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5"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6"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7"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8" creationId="{00000000-0000-0000-0000-000000000000}"/>
          </ac:spMkLst>
        </pc:spChg>
        <pc:spChg chg="add del mod">
          <ac:chgData name="Simamkele Jokose" userId="2c3454d5-ca34-4472-87b8-5fd80079e681" providerId="ADAL" clId="{3EBBD2BB-6F04-4998-8805-A4807D63A80D}" dt="2026-09-28T01:23:42.216" v="1872" actId="21"/>
          <ac:spMkLst>
            <pc:docMk/>
            <pc:sldMk cId="656986039" sldId="271"/>
            <ac:spMk id="9"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10" creationId="{00000000-0000-0000-0000-000000000000}"/>
          </ac:spMkLst>
        </pc:spChg>
        <pc:spChg chg="add del mod">
          <ac:chgData name="Simamkele Jokose" userId="2c3454d5-ca34-4472-87b8-5fd80079e681" providerId="ADAL" clId="{3EBBD2BB-6F04-4998-8805-A4807D63A80D}" dt="2026-09-28T01:24:31.428" v="1879" actId="21"/>
          <ac:spMkLst>
            <pc:docMk/>
            <pc:sldMk cId="656986039" sldId="271"/>
            <ac:spMk id="11" creationId="{00000000-0000-0000-0000-000000000000}"/>
          </ac:spMkLst>
        </pc:spChg>
        <pc:graphicFrameChg chg="add del">
          <ac:chgData name="Simamkele Jokose" userId="2c3454d5-ca34-4472-87b8-5fd80079e681" providerId="ADAL" clId="{3EBBD2BB-6F04-4998-8805-A4807D63A80D}" dt="2026-09-28T01:24:12.253" v="1874" actId="26606"/>
          <ac:graphicFrameMkLst>
            <pc:docMk/>
            <pc:sldMk cId="656986039" sldId="271"/>
            <ac:graphicFrameMk id="13" creationId="{7EC33BB8-2213-5A99-91F9-B52629F73B69}"/>
          </ac:graphicFrameMkLst>
        </pc:graphicFrameChg>
        <pc:graphicFrameChg chg="add del">
          <ac:chgData name="Simamkele Jokose" userId="2c3454d5-ca34-4472-87b8-5fd80079e681" providerId="ADAL" clId="{3EBBD2BB-6F04-4998-8805-A4807D63A80D}" dt="2026-09-28T01:24:14.627" v="1876" actId="26606"/>
          <ac:graphicFrameMkLst>
            <pc:docMk/>
            <pc:sldMk cId="656986039" sldId="271"/>
            <ac:graphicFrameMk id="15" creationId="{6308483E-A5C7-E158-0A9C-DC2EE00F178A}"/>
          </ac:graphicFrameMkLst>
        </pc:graphicFrameChg>
        <pc:graphicFrameChg chg="add del">
          <ac:chgData name="Simamkele Jokose" userId="2c3454d5-ca34-4472-87b8-5fd80079e681" providerId="ADAL" clId="{3EBBD2BB-6F04-4998-8805-A4807D63A80D}" dt="2026-09-28T01:24:25.422" v="1878" actId="26606"/>
          <ac:graphicFrameMkLst>
            <pc:docMk/>
            <pc:sldMk cId="656986039" sldId="271"/>
            <ac:graphicFrameMk id="17" creationId="{AC20E3D2-3497-06B9-893B-9C3F74162531}"/>
          </ac:graphicFrameMkLst>
        </pc:graphicFrameChg>
      </pc:sldChg>
      <pc:sldChg chg="addSp delSp modSp new mod modTransition setBg">
        <pc:chgData name="Simamkele Jokose" userId="2c3454d5-ca34-4472-87b8-5fd80079e681" providerId="ADAL" clId="{3EBBD2BB-6F04-4998-8805-A4807D63A80D}" dt="2026-09-28T02:27:23.738" v="3077"/>
        <pc:sldMkLst>
          <pc:docMk/>
          <pc:sldMk cId="3888025484" sldId="271"/>
        </pc:sldMkLst>
        <pc:spChg chg="add del mod">
          <ac:chgData name="Simamkele Jokose" userId="2c3454d5-ca34-4472-87b8-5fd80079e681" providerId="ADAL" clId="{3EBBD2BB-6F04-4998-8805-A4807D63A80D}" dt="2026-09-28T01:29:36.268" v="1918" actId="26606"/>
          <ac:spMkLst>
            <pc:docMk/>
            <pc:sldMk cId="3888025484" sldId="271"/>
            <ac:spMk id="3" creationId="{DB26473E-419E-E3F2-653D-E265540CDCC6}"/>
          </ac:spMkLst>
        </pc:spChg>
        <pc:spChg chg="add del">
          <ac:chgData name="Simamkele Jokose" userId="2c3454d5-ca34-4472-87b8-5fd80079e681" providerId="ADAL" clId="{3EBBD2BB-6F04-4998-8805-A4807D63A80D}" dt="2026-09-28T01:25:00.831" v="1887" actId="478"/>
          <ac:spMkLst>
            <pc:docMk/>
            <pc:sldMk cId="3888025484" sldId="271"/>
            <ac:spMk id="5" creationId="{8E1B4ABF-4D99-BD41-4D11-B32942B333AD}"/>
          </ac:spMkLst>
        </pc:spChg>
        <pc:spChg chg="add del">
          <ac:chgData name="Simamkele Jokose" userId="2c3454d5-ca34-4472-87b8-5fd80079e681" providerId="ADAL" clId="{3EBBD2BB-6F04-4998-8805-A4807D63A80D}" dt="2026-09-28T01:24:55.611" v="1885" actId="478"/>
          <ac:spMkLst>
            <pc:docMk/>
            <pc:sldMk cId="3888025484" sldId="271"/>
            <ac:spMk id="7" creationId="{F0E920EF-F724-211C-F748-28B1E7B2AF22}"/>
          </ac:spMkLst>
        </pc:spChg>
        <pc:spChg chg="add del">
          <ac:chgData name="Simamkele Jokose" userId="2c3454d5-ca34-4472-87b8-5fd80079e681" providerId="ADAL" clId="{3EBBD2BB-6F04-4998-8805-A4807D63A80D}" dt="2026-09-28T01:25:41.026" v="1893" actId="478"/>
          <ac:spMkLst>
            <pc:docMk/>
            <pc:sldMk cId="3888025484" sldId="271"/>
            <ac:spMk id="9" creationId="{67A515F5-2A57-55B5-735D-98D116D2C745}"/>
          </ac:spMkLst>
        </pc:spChg>
        <pc:spChg chg="add del">
          <ac:chgData name="Simamkele Jokose" userId="2c3454d5-ca34-4472-87b8-5fd80079e681" providerId="ADAL" clId="{3EBBD2BB-6F04-4998-8805-A4807D63A80D}" dt="2026-09-28T01:24:58.134" v="1886" actId="478"/>
          <ac:spMkLst>
            <pc:docMk/>
            <pc:sldMk cId="3888025484" sldId="271"/>
            <ac:spMk id="11" creationId="{065BD496-9AC7-9D36-175F-924894D61C51}"/>
          </ac:spMkLst>
        </pc:spChg>
        <pc:spChg chg="add del mod">
          <ac:chgData name="Simamkele Jokose" userId="2c3454d5-ca34-4472-87b8-5fd80079e681" providerId="ADAL" clId="{3EBBD2BB-6F04-4998-8805-A4807D63A80D}" dt="2026-09-28T02:24:48.687" v="3062"/>
          <ac:spMkLst>
            <pc:docMk/>
            <pc:sldMk cId="3888025484" sldId="271"/>
            <ac:spMk id="13" creationId="{0EF755D2-07BF-1374-1D9F-470770F35236}"/>
          </ac:spMkLst>
        </pc:spChg>
        <pc:spChg chg="add del mod ord">
          <ac:chgData name="Simamkele Jokose" userId="2c3454d5-ca34-4472-87b8-5fd80079e681" providerId="ADAL" clId="{3EBBD2BB-6F04-4998-8805-A4807D63A80D}" dt="2026-09-28T01:29:46.488" v="1920" actId="1076"/>
          <ac:spMkLst>
            <pc:docMk/>
            <pc:sldMk cId="3888025484" sldId="271"/>
            <ac:spMk id="15" creationId="{5DA309A8-B523-5DFC-DF44-2FBDF9AB7578}"/>
          </ac:spMkLst>
        </pc:spChg>
        <pc:spChg chg="add del mod">
          <ac:chgData name="Simamkele Jokose" userId="2c3454d5-ca34-4472-87b8-5fd80079e681" providerId="ADAL" clId="{3EBBD2BB-6F04-4998-8805-A4807D63A80D}" dt="2026-09-28T01:29:36.268" v="1918" actId="26606"/>
          <ac:spMkLst>
            <pc:docMk/>
            <pc:sldMk cId="3888025484" sldId="271"/>
            <ac:spMk id="17" creationId="{4607905F-8DD5-6C2E-3EB2-E00BF6D3924F}"/>
          </ac:spMkLst>
        </pc:spChg>
        <pc:spChg chg="add del mod">
          <ac:chgData name="Simamkele Jokose" userId="2c3454d5-ca34-4472-87b8-5fd80079e681" providerId="ADAL" clId="{3EBBD2BB-6F04-4998-8805-A4807D63A80D}" dt="2026-09-28T01:25:23.141" v="1890" actId="478"/>
          <ac:spMkLst>
            <pc:docMk/>
            <pc:sldMk cId="3888025484" sldId="271"/>
            <ac:spMk id="18" creationId="{86819F65-B649-C492-34EF-CE6E5666037D}"/>
          </ac:spMkLst>
        </pc:spChg>
        <pc:spChg chg="add del mod">
          <ac:chgData name="Simamkele Jokose" userId="2c3454d5-ca34-4472-87b8-5fd80079e681" providerId="ADAL" clId="{3EBBD2BB-6F04-4998-8805-A4807D63A80D}" dt="2026-09-28T01:25:28.517" v="1892" actId="478"/>
          <ac:spMkLst>
            <pc:docMk/>
            <pc:sldMk cId="3888025484" sldId="271"/>
            <ac:spMk id="19" creationId="{FA00BC95-152D-D865-8188-DE443618A018}"/>
          </ac:spMkLst>
        </pc:spChg>
        <pc:spChg chg="add del">
          <ac:chgData name="Simamkele Jokose" userId="2c3454d5-ca34-4472-87b8-5fd80079e681" providerId="ADAL" clId="{3EBBD2BB-6F04-4998-8805-A4807D63A80D}" dt="2026-09-28T01:26:06.989" v="1897" actId="26606"/>
          <ac:spMkLst>
            <pc:docMk/>
            <pc:sldMk cId="3888025484" sldId="271"/>
            <ac:spMk id="22" creationId="{4BC99CB9-DDAD-44A2-8A1C-E3AF4E72DF5C}"/>
          </ac:spMkLst>
        </pc:spChg>
        <pc:spChg chg="add del">
          <ac:chgData name="Simamkele Jokose" userId="2c3454d5-ca34-4472-87b8-5fd80079e681" providerId="ADAL" clId="{3EBBD2BB-6F04-4998-8805-A4807D63A80D}" dt="2026-09-28T01:26:03.124" v="1895" actId="26606"/>
          <ac:spMkLst>
            <pc:docMk/>
            <pc:sldMk cId="3888025484" sldId="271"/>
            <ac:spMk id="23" creationId="{C0763A76-9F1C-4FC5-82B7-DD475DA461B2}"/>
          </ac:spMkLst>
        </pc:spChg>
        <pc:spChg chg="add del">
          <ac:chgData name="Simamkele Jokose" userId="2c3454d5-ca34-4472-87b8-5fd80079e681" providerId="ADAL" clId="{3EBBD2BB-6F04-4998-8805-A4807D63A80D}" dt="2026-09-28T01:26:03.124" v="1895" actId="26606"/>
          <ac:spMkLst>
            <pc:docMk/>
            <pc:sldMk cId="3888025484" sldId="271"/>
            <ac:spMk id="25" creationId="{E81BF4F6-F2CF-4984-9D14-D6966D92F99F}"/>
          </ac:spMkLst>
        </pc:spChg>
        <pc:spChg chg="add del">
          <ac:chgData name="Simamkele Jokose" userId="2c3454d5-ca34-4472-87b8-5fd80079e681" providerId="ADAL" clId="{3EBBD2BB-6F04-4998-8805-A4807D63A80D}" dt="2026-09-28T01:28:41.987" v="1915" actId="26606"/>
          <ac:spMkLst>
            <pc:docMk/>
            <pc:sldMk cId="3888025484" sldId="271"/>
            <ac:spMk id="27" creationId="{5D7F64A8-D625-4F61-A290-B499BB62ACFF}"/>
          </ac:spMkLst>
        </pc:spChg>
        <pc:spChg chg="add del">
          <ac:chgData name="Simamkele Jokose" userId="2c3454d5-ca34-4472-87b8-5fd80079e681" providerId="ADAL" clId="{3EBBD2BB-6F04-4998-8805-A4807D63A80D}" dt="2026-09-28T01:26:19.070" v="1903" actId="26606"/>
          <ac:spMkLst>
            <pc:docMk/>
            <pc:sldMk cId="3888025484" sldId="271"/>
            <ac:spMk id="28" creationId="{BD92035A-AA2F-4CD8-A556-1CE8BDEC75BD}"/>
          </ac:spMkLst>
        </pc:spChg>
        <pc:spChg chg="add del">
          <ac:chgData name="Simamkele Jokose" userId="2c3454d5-ca34-4472-87b8-5fd80079e681" providerId="ADAL" clId="{3EBBD2BB-6F04-4998-8805-A4807D63A80D}" dt="2026-09-28T01:29:19.194" v="1917" actId="26606"/>
          <ac:spMkLst>
            <pc:docMk/>
            <pc:sldMk cId="3888025484" sldId="271"/>
            <ac:spMk id="32" creationId="{87BF42CA-AD55-48B4-8949-C4DCA60A6AEE}"/>
          </ac:spMkLst>
        </pc:spChg>
        <pc:spChg chg="add del">
          <ac:chgData name="Simamkele Jokose" userId="2c3454d5-ca34-4472-87b8-5fd80079e681" providerId="ADAL" clId="{3EBBD2BB-6F04-4998-8805-A4807D63A80D}" dt="2026-09-28T01:29:19.194" v="1917" actId="26606"/>
          <ac:spMkLst>
            <pc:docMk/>
            <pc:sldMk cId="3888025484" sldId="271"/>
            <ac:spMk id="33" creationId="{66AE1D3D-3106-4CB2-AA7C-0C1642AC0F2E}"/>
          </ac:spMkLst>
        </pc:spChg>
        <pc:spChg chg="add del">
          <ac:chgData name="Simamkele Jokose" userId="2c3454d5-ca34-4472-87b8-5fd80079e681" providerId="ADAL" clId="{3EBBD2BB-6F04-4998-8805-A4807D63A80D}" dt="2026-09-28T01:26:11.839" v="1899" actId="26606"/>
          <ac:spMkLst>
            <pc:docMk/>
            <pc:sldMk cId="3888025484" sldId="271"/>
            <ac:spMk id="36" creationId="{9F7D5CDA-D291-4307-BF55-1381FED29634}"/>
          </ac:spMkLst>
        </pc:spChg>
        <pc:spChg chg="add del">
          <ac:chgData name="Simamkele Jokose" userId="2c3454d5-ca34-4472-87b8-5fd80079e681" providerId="ADAL" clId="{3EBBD2BB-6F04-4998-8805-A4807D63A80D}" dt="2026-09-28T01:26:11.839" v="1899" actId="26606"/>
          <ac:spMkLst>
            <pc:docMk/>
            <pc:sldMk cId="3888025484" sldId="271"/>
            <ac:spMk id="38" creationId="{59B296B9-C5A5-4E4F-9B60-C907B5F1466C}"/>
          </ac:spMkLst>
        </pc:spChg>
        <pc:spChg chg="add del">
          <ac:chgData name="Simamkele Jokose" userId="2c3454d5-ca34-4472-87b8-5fd80079e681" providerId="ADAL" clId="{3EBBD2BB-6F04-4998-8805-A4807D63A80D}" dt="2026-09-28T01:26:11.839" v="1899" actId="26606"/>
          <ac:spMkLst>
            <pc:docMk/>
            <pc:sldMk cId="3888025484" sldId="271"/>
            <ac:spMk id="39" creationId="{D0300FD3-5AF1-6305-15FA-9078072672E2}"/>
          </ac:spMkLst>
        </pc:spChg>
        <pc:spChg chg="add del">
          <ac:chgData name="Simamkele Jokose" userId="2c3454d5-ca34-4472-87b8-5fd80079e681" providerId="ADAL" clId="{3EBBD2BB-6F04-4998-8805-A4807D63A80D}" dt="2026-09-28T01:26:16.322" v="1901" actId="26606"/>
          <ac:spMkLst>
            <pc:docMk/>
            <pc:sldMk cId="3888025484" sldId="271"/>
            <ac:spMk id="41" creationId="{04812C46-200A-4DEB-A05E-3ED6C68C2387}"/>
          </ac:spMkLst>
        </pc:spChg>
        <pc:spChg chg="add del">
          <ac:chgData name="Simamkele Jokose" userId="2c3454d5-ca34-4472-87b8-5fd80079e681" providerId="ADAL" clId="{3EBBD2BB-6F04-4998-8805-A4807D63A80D}" dt="2026-09-28T01:26:16.322" v="1901" actId="26606"/>
          <ac:spMkLst>
            <pc:docMk/>
            <pc:sldMk cId="3888025484" sldId="271"/>
            <ac:spMk id="43" creationId="{D1EA859B-E555-4109-94F3-6700E046E008}"/>
          </ac:spMkLst>
        </pc:spChg>
        <pc:spChg chg="add del">
          <ac:chgData name="Simamkele Jokose" userId="2c3454d5-ca34-4472-87b8-5fd80079e681" providerId="ADAL" clId="{3EBBD2BB-6F04-4998-8805-A4807D63A80D}" dt="2026-09-28T01:26:19.070" v="1903" actId="26606"/>
          <ac:spMkLst>
            <pc:docMk/>
            <pc:sldMk cId="3888025484" sldId="271"/>
            <ac:spMk id="45" creationId="{5C8908E2-EE49-44D2-9428-A28D2312A8D5}"/>
          </ac:spMkLst>
        </pc:spChg>
        <pc:spChg chg="add">
          <ac:chgData name="Simamkele Jokose" userId="2c3454d5-ca34-4472-87b8-5fd80079e681" providerId="ADAL" clId="{3EBBD2BB-6F04-4998-8805-A4807D63A80D}" dt="2026-09-28T01:29:36.268" v="1918" actId="26606"/>
          <ac:spMkLst>
            <pc:docMk/>
            <pc:sldMk cId="3888025484" sldId="271"/>
            <ac:spMk id="47" creationId="{C0763A76-9F1C-4FC5-82B7-DD475DA461B2}"/>
          </ac:spMkLst>
        </pc:spChg>
        <pc:spChg chg="add del">
          <ac:chgData name="Simamkele Jokose" userId="2c3454d5-ca34-4472-87b8-5fd80079e681" providerId="ADAL" clId="{3EBBD2BB-6F04-4998-8805-A4807D63A80D}" dt="2026-09-28T01:26:19.070" v="1903" actId="26606"/>
          <ac:spMkLst>
            <pc:docMk/>
            <pc:sldMk cId="3888025484" sldId="271"/>
            <ac:spMk id="48" creationId="{ED888B23-07FA-482A-96DF-47E31AF1A603}"/>
          </ac:spMkLst>
        </pc:spChg>
        <pc:spChg chg="add">
          <ac:chgData name="Simamkele Jokose" userId="2c3454d5-ca34-4472-87b8-5fd80079e681" providerId="ADAL" clId="{3EBBD2BB-6F04-4998-8805-A4807D63A80D}" dt="2026-09-28T01:29:36.268" v="1918" actId="26606"/>
          <ac:spMkLst>
            <pc:docMk/>
            <pc:sldMk cId="3888025484" sldId="271"/>
            <ac:spMk id="49" creationId="{E81BF4F6-F2CF-4984-9D14-D6966D92F99F}"/>
          </ac:spMkLst>
        </pc:spChg>
        <pc:grpChg chg="add del">
          <ac:chgData name="Simamkele Jokose" userId="2c3454d5-ca34-4472-87b8-5fd80079e681" providerId="ADAL" clId="{3EBBD2BB-6F04-4998-8805-A4807D63A80D}" dt="2026-09-28T01:26:06.989" v="1897" actId="26606"/>
          <ac:grpSpMkLst>
            <pc:docMk/>
            <pc:sldMk cId="3888025484" sldId="271"/>
            <ac:grpSpMk id="24" creationId="{05545017-2445-4AB3-95A6-48F17C802612}"/>
          </ac:grpSpMkLst>
        </pc:grpChg>
        <pc:grpChg chg="add del">
          <ac:chgData name="Simamkele Jokose" userId="2c3454d5-ca34-4472-87b8-5fd80079e681" providerId="ADAL" clId="{3EBBD2BB-6F04-4998-8805-A4807D63A80D}" dt="2026-09-28T01:29:19.194" v="1917" actId="26606"/>
          <ac:grpSpMkLst>
            <pc:docMk/>
            <pc:sldMk cId="3888025484" sldId="271"/>
            <ac:grpSpMk id="26" creationId="{0A31B6AF-B711-4CDB-8C2B-16E963DDC4C5}"/>
          </ac:grpSpMkLst>
        </pc:grpChg>
        <pc:grpChg chg="add del">
          <ac:chgData name="Simamkele Jokose" userId="2c3454d5-ca34-4472-87b8-5fd80079e681" providerId="ADAL" clId="{3EBBD2BB-6F04-4998-8805-A4807D63A80D}" dt="2026-09-28T01:26:06.989" v="1897" actId="26606"/>
          <ac:grpSpMkLst>
            <pc:docMk/>
            <pc:sldMk cId="3888025484" sldId="271"/>
            <ac:grpSpMk id="30" creationId="{06B7259D-F2AD-42FE-B984-6D1D74321C5D}"/>
          </ac:grpSpMkLst>
        </pc:grpChg>
        <pc:grpChg chg="add del">
          <ac:chgData name="Simamkele Jokose" userId="2c3454d5-ca34-4472-87b8-5fd80079e681" providerId="ADAL" clId="{3EBBD2BB-6F04-4998-8805-A4807D63A80D}" dt="2026-09-28T01:26:19.070" v="1903" actId="26606"/>
          <ac:grpSpMkLst>
            <pc:docMk/>
            <pc:sldMk cId="3888025484" sldId="271"/>
            <ac:grpSpMk id="46" creationId="{5D1A9D8B-3117-4D9D-BDA4-DD81895098B0}"/>
          </ac:grpSpMkLst>
        </pc:grpChg>
        <pc:picChg chg="add del">
          <ac:chgData name="Simamkele Jokose" userId="2c3454d5-ca34-4472-87b8-5fd80079e681" providerId="ADAL" clId="{3EBBD2BB-6F04-4998-8805-A4807D63A80D}" dt="2026-09-28T01:26:03.124" v="1895" actId="26606"/>
          <ac:picMkLst>
            <pc:docMk/>
            <pc:sldMk cId="3888025484" sldId="271"/>
            <ac:picMk id="20" creationId="{173D3613-EB1C-ABE0-35F3-521569BB755C}"/>
          </ac:picMkLst>
        </pc:picChg>
        <pc:picChg chg="add del mod">
          <ac:chgData name="Simamkele Jokose" userId="2c3454d5-ca34-4472-87b8-5fd80079e681" providerId="ADAL" clId="{3EBBD2BB-6F04-4998-8805-A4807D63A80D}" dt="2026-09-28T01:28:41.987" v="1915" actId="26606"/>
          <ac:picMkLst>
            <pc:docMk/>
            <pc:sldMk cId="3888025484" sldId="271"/>
            <ac:picMk id="21" creationId="{FCA2BA4A-BAD9-BE13-C620-80D24F3DF4BE}"/>
          </ac:picMkLst>
        </pc:picChg>
        <pc:picChg chg="add del">
          <ac:chgData name="Simamkele Jokose" userId="2c3454d5-ca34-4472-87b8-5fd80079e681" providerId="ADAL" clId="{3EBBD2BB-6F04-4998-8805-A4807D63A80D}" dt="2026-09-28T01:28:41.987" v="1915" actId="26606"/>
          <ac:picMkLst>
            <pc:docMk/>
            <pc:sldMk cId="3888025484" sldId="271"/>
            <ac:picMk id="29" creationId="{A24EFEE3-9B0E-43AE-BDDF-8D45A4AF0E40}"/>
          </ac:picMkLst>
        </pc:picChg>
        <pc:picChg chg="add del">
          <ac:chgData name="Simamkele Jokose" userId="2c3454d5-ca34-4472-87b8-5fd80079e681" providerId="ADAL" clId="{3EBBD2BB-6F04-4998-8805-A4807D63A80D}" dt="2026-09-28T01:26:11.839" v="1899" actId="26606"/>
          <ac:picMkLst>
            <pc:docMk/>
            <pc:sldMk cId="3888025484" sldId="271"/>
            <ac:picMk id="37" creationId="{564469CC-5B6E-BD74-0D11-C6AB7A713183}"/>
          </ac:picMkLst>
        </pc:picChg>
        <pc:picChg chg="add del">
          <ac:chgData name="Simamkele Jokose" userId="2c3454d5-ca34-4472-87b8-5fd80079e681" providerId="ADAL" clId="{3EBBD2BB-6F04-4998-8805-A4807D63A80D}" dt="2026-09-28T01:26:16.322" v="1901" actId="26606"/>
          <ac:picMkLst>
            <pc:docMk/>
            <pc:sldMk cId="3888025484" sldId="271"/>
            <ac:picMk id="42" creationId="{AC71D1A6-A4FD-D00E-5663-ABE6B08A16B4}"/>
          </ac:picMkLst>
        </pc:picChg>
        <pc:picChg chg="add mod">
          <ac:chgData name="Simamkele Jokose" userId="2c3454d5-ca34-4472-87b8-5fd80079e681" providerId="ADAL" clId="{3EBBD2BB-6F04-4998-8805-A4807D63A80D}" dt="2026-09-28T01:30:09.107" v="1922" actId="207"/>
          <ac:picMkLst>
            <pc:docMk/>
            <pc:sldMk cId="3888025484" sldId="271"/>
            <ac:picMk id="50" creationId="{284624D0-2EAA-268A-83C8-E8509AA258F9}"/>
          </ac:picMkLst>
        </pc:picChg>
      </pc:sldChg>
      <pc:sldChg chg="addSp modSp new del">
        <pc:chgData name="Simamkele Jokose" userId="2c3454d5-ca34-4472-87b8-5fd80079e681" providerId="ADAL" clId="{3EBBD2BB-6F04-4998-8805-A4807D63A80D}" dt="2026-09-28T01:34:05.938" v="1943" actId="680"/>
        <pc:sldMkLst>
          <pc:docMk/>
          <pc:sldMk cId="74987459" sldId="272"/>
        </pc:sldMkLst>
        <pc:spChg chg="add mod">
          <ac:chgData name="Simamkele Jokose" userId="2c3454d5-ca34-4472-87b8-5fd80079e681" providerId="ADAL" clId="{3EBBD2BB-6F04-4998-8805-A4807D63A80D}" dt="2026-09-28T01:34:05.606" v="1942"/>
          <ac:spMkLst>
            <pc:docMk/>
            <pc:sldMk cId="74987459" sldId="272"/>
            <ac:spMk id="2" creationId="{AD6C4A2E-86A5-E8BC-1807-2E5D9C6A65B8}"/>
          </ac:spMkLst>
        </pc:spChg>
        <pc:spChg chg="add mod">
          <ac:chgData name="Simamkele Jokose" userId="2c3454d5-ca34-4472-87b8-5fd80079e681" providerId="ADAL" clId="{3EBBD2BB-6F04-4998-8805-A4807D63A80D}" dt="2026-09-28T01:33:53.858" v="1941"/>
          <ac:spMkLst>
            <pc:docMk/>
            <pc:sldMk cId="74987459" sldId="272"/>
            <ac:spMk id="3"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4"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5"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7"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8"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9"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10"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11" creationId="{00000000-0000-0000-0000-000000000000}"/>
          </ac:spMkLst>
        </pc:spChg>
        <pc:spChg chg="add mod">
          <ac:chgData name="Simamkele Jokose" userId="2c3454d5-ca34-4472-87b8-5fd80079e681" providerId="ADAL" clId="{3EBBD2BB-6F04-4998-8805-A4807D63A80D}" dt="2026-09-28T01:33:53.858" v="1941"/>
          <ac:spMkLst>
            <pc:docMk/>
            <pc:sldMk cId="74987459" sldId="272"/>
            <ac:spMk id="12" creationId="{00000000-0000-0000-0000-000000000000}"/>
          </ac:spMkLst>
        </pc:spChg>
      </pc:sldChg>
      <pc:sldChg chg="addSp delSp modSp new mod setBg">
        <pc:chgData name="Simamkele Jokose" userId="2c3454d5-ca34-4472-87b8-5fd80079e681" providerId="ADAL" clId="{3EBBD2BB-6F04-4998-8805-A4807D63A80D}" dt="2026-09-28T02:18:38.649" v="3040" actId="20577"/>
        <pc:sldMkLst>
          <pc:docMk/>
          <pc:sldMk cId="2325184044" sldId="272"/>
        </pc:sldMkLst>
        <pc:spChg chg="add del mod">
          <ac:chgData name="Simamkele Jokose" userId="2c3454d5-ca34-4472-87b8-5fd80079e681" providerId="ADAL" clId="{3EBBD2BB-6F04-4998-8805-A4807D63A80D}" dt="2026-09-28T02:01:02.150" v="1952" actId="478"/>
          <ac:spMkLst>
            <pc:docMk/>
            <pc:sldMk cId="2325184044" sldId="272"/>
            <ac:spMk id="2" creationId="{69CDCE45-F7AD-A7E9-AA6B-2212228E45A5}"/>
          </ac:spMkLst>
        </pc:spChg>
        <pc:spChg chg="add mod">
          <ac:chgData name="Simamkele Jokose" userId="2c3454d5-ca34-4472-87b8-5fd80079e681" providerId="ADAL" clId="{3EBBD2BB-6F04-4998-8805-A4807D63A80D}" dt="2026-09-28T02:14:38.302" v="2934" actId="1076"/>
          <ac:spMkLst>
            <pc:docMk/>
            <pc:sldMk cId="2325184044" sldId="272"/>
            <ac:spMk id="3" creationId="{588067C5-C086-19D5-BCB5-8DE58431F0A7}"/>
          </ac:spMkLst>
        </pc:spChg>
        <pc:spChg chg="add del mod">
          <ac:chgData name="Simamkele Jokose" userId="2c3454d5-ca34-4472-87b8-5fd80079e681" providerId="ADAL" clId="{3EBBD2BB-6F04-4998-8805-A4807D63A80D}" dt="2026-09-28T02:02:11.251" v="1978"/>
          <ac:spMkLst>
            <pc:docMk/>
            <pc:sldMk cId="2325184044" sldId="272"/>
            <ac:spMk id="4" creationId="{A123AA49-AABA-6EE1-E3B8-ED12BD3E6F62}"/>
          </ac:spMkLst>
        </pc:spChg>
        <pc:spChg chg="add">
          <ac:chgData name="Simamkele Jokose" userId="2c3454d5-ca34-4472-87b8-5fd80079e681" providerId="ADAL" clId="{3EBBD2BB-6F04-4998-8805-A4807D63A80D}" dt="2026-09-28T02:14:28.547" v="2932" actId="26606"/>
          <ac:spMkLst>
            <pc:docMk/>
            <pc:sldMk cId="2325184044" sldId="272"/>
            <ac:spMk id="10" creationId="{B7BD7FCF-A254-4A97-A15C-319B67622677}"/>
          </ac:spMkLst>
        </pc:spChg>
        <pc:spChg chg="add">
          <ac:chgData name="Simamkele Jokose" userId="2c3454d5-ca34-4472-87b8-5fd80079e681" providerId="ADAL" clId="{3EBBD2BB-6F04-4998-8805-A4807D63A80D}" dt="2026-09-28T02:14:28.547" v="2932" actId="26606"/>
          <ac:spMkLst>
            <pc:docMk/>
            <pc:sldMk cId="2325184044" sldId="272"/>
            <ac:spMk id="12" creationId="{52FFAF72-6204-4676-9C6F-9A4CC4D91805}"/>
          </ac:spMkLst>
        </pc:spChg>
        <pc:graphicFrameChg chg="add mod modGraphic">
          <ac:chgData name="Simamkele Jokose" userId="2c3454d5-ca34-4472-87b8-5fd80079e681" providerId="ADAL" clId="{3EBBD2BB-6F04-4998-8805-A4807D63A80D}" dt="2026-09-28T02:18:38.649" v="3040" actId="20577"/>
          <ac:graphicFrameMkLst>
            <pc:docMk/>
            <pc:sldMk cId="2325184044" sldId="272"/>
            <ac:graphicFrameMk id="5" creationId="{1245FFEE-8A4B-DAAC-A50E-947126F6116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FA02C0-AD69-43A3-A106-E220196A3755}" type="datetimeFigureOut">
              <a:rPr lang="en-ZA" smtClean="0"/>
              <a:t>2026/09/28</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C2038-B417-4BE8-9F18-58437921ACC3}" type="slidenum">
              <a:rPr lang="en-ZA" smtClean="0"/>
              <a:t>‹#›</a:t>
            </a:fld>
            <a:endParaRPr lang="en-ZA"/>
          </a:p>
        </p:txBody>
      </p:sp>
    </p:spTree>
    <p:extLst>
      <p:ext uri="{BB962C8B-B14F-4D97-AF65-F5344CB8AC3E}">
        <p14:creationId xmlns:p14="http://schemas.microsoft.com/office/powerpoint/2010/main" val="1002311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511C2038-B417-4BE8-9F18-58437921ACC3}" type="slidenum">
              <a:rPr lang="en-ZA" smtClean="0"/>
              <a:t>11</a:t>
            </a:fld>
            <a:endParaRPr lang="en-ZA"/>
          </a:p>
        </p:txBody>
      </p:sp>
    </p:spTree>
    <p:extLst>
      <p:ext uri="{BB962C8B-B14F-4D97-AF65-F5344CB8AC3E}">
        <p14:creationId xmlns:p14="http://schemas.microsoft.com/office/powerpoint/2010/main" val="1914619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C00E5-F6E5-6B27-AE43-97A6AB8852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332CDFB6-6B30-8A2D-7C59-0085C65A3F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FE127F24-C5A0-C806-901B-8ED08C847EC5}"/>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14CA4DAA-E491-2DF0-2157-3FCB84CD434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711FF59-617F-BD7A-A527-9793C03D16DD}"/>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40894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1229D-0432-4D88-D1D3-2D05293AF4B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476F9FE-8486-9124-9BDF-2C33AA504D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C588A2E-CB0F-98F2-8C71-8EFDD9404ABC}"/>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7A6B60A7-BBCD-BC0A-8B1B-673856385AA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E1636AE-3ED3-24CE-E853-2E40FDE82D3C}"/>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300738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E5FA1-632F-2D37-D011-F7B3EA799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395F8EDB-024D-0B6B-70B3-B4F5779D66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9C538A-D85C-395B-696D-80470784F1E0}"/>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502EB038-0417-4D14-EB03-364BDF28525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105FE6C-CF00-94C6-28E4-EF8AE6C76943}"/>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062066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AB31-598D-DF65-4C22-9652DE764978}"/>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E2704A2-B9F4-A1F5-2917-B8F680E297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73BEC667-4266-ECFE-ECD3-73256EE73F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6A0DF871-C8A0-6B48-A96C-EC2145448C1B}"/>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6" name="Footer Placeholder 5">
            <a:extLst>
              <a:ext uri="{FF2B5EF4-FFF2-40B4-BE49-F238E27FC236}">
                <a16:creationId xmlns:a16="http://schemas.microsoft.com/office/drawing/2014/main" id="{E31B2DB3-6444-A9F6-4979-E899CE0877E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603C24E-444C-3704-9803-51E35C6C2435}"/>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990873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85C0-D3FD-5A52-F7A5-2C0E236FC4D7}"/>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CA90077-F41E-E4D8-53DF-9225472F5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3DE327-8A71-E058-04F3-53C0A845C2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BCF654D-9FAD-1C68-20A0-12C87933A7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D8E85B-AC18-488E-697C-A6E72A8362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E80C8F71-F74C-14D2-897D-21C0FB0F258A}"/>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8" name="Footer Placeholder 7">
            <a:extLst>
              <a:ext uri="{FF2B5EF4-FFF2-40B4-BE49-F238E27FC236}">
                <a16:creationId xmlns:a16="http://schemas.microsoft.com/office/drawing/2014/main" id="{B7DC20B4-DE0A-3081-0EE3-9349B2A5DF7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1825B3B-F4D2-3F26-42A6-9D7956730BCC}"/>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312584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844B-24BA-538D-4994-185496744101}"/>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AA5435A1-CD30-8CBD-AE5D-4D3C66FD52D9}"/>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4" name="Footer Placeholder 3">
            <a:extLst>
              <a:ext uri="{FF2B5EF4-FFF2-40B4-BE49-F238E27FC236}">
                <a16:creationId xmlns:a16="http://schemas.microsoft.com/office/drawing/2014/main" id="{B56D362A-975A-5DD2-4ED9-D3C2EF64346D}"/>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4CB436A-D2D1-DECB-048A-64FCB1F3077D}"/>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996552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C23F28-E7F7-E9A3-4E8E-E2E86477DAA8}"/>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3" name="Footer Placeholder 2">
            <a:extLst>
              <a:ext uri="{FF2B5EF4-FFF2-40B4-BE49-F238E27FC236}">
                <a16:creationId xmlns:a16="http://schemas.microsoft.com/office/drawing/2014/main" id="{630F9291-BC18-DDB0-3234-39F78B2862E3}"/>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B8DF2D96-FA92-830F-9971-43D1BF55A5FA}"/>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14283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35AC1-9775-D259-D8CB-99BEE63410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E4A39243-3FD7-B6EF-9C1A-E9FBDE110C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2DA7AF5-FC4B-857D-0EE1-26C5A7678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450F27-81D5-9BDB-A7DB-E6A156C6FED4}"/>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6" name="Footer Placeholder 5">
            <a:extLst>
              <a:ext uri="{FF2B5EF4-FFF2-40B4-BE49-F238E27FC236}">
                <a16:creationId xmlns:a16="http://schemas.microsoft.com/office/drawing/2014/main" id="{B506A8DF-7941-C64F-685B-201194877B9E}"/>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9840591-6AA7-2DBD-1EE6-7167B8E5D703}"/>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1686494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512BA-5616-91E2-A88D-4164E51CD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917110A-DC85-0B2C-9639-0E98F65A0FD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9E29EDD-3CCB-2FC7-9DC8-0A495C209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8BDF16-DFFA-9821-1CD6-A6E5E021BCEB}"/>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6" name="Footer Placeholder 5">
            <a:extLst>
              <a:ext uri="{FF2B5EF4-FFF2-40B4-BE49-F238E27FC236}">
                <a16:creationId xmlns:a16="http://schemas.microsoft.com/office/drawing/2014/main" id="{6EAD7E40-3AAA-4B89-2F03-106C7ED680C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91E0201-C33A-6912-3CC8-123EA867C09C}"/>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38047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EC60-7443-10CF-DB25-7F03B9EA9F4B}"/>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A2986DF-8513-7A15-9751-2B85BBD47A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03627E4-C46C-019D-14A7-62AC0D157E90}"/>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7455E725-28AE-8795-A6F4-767BA232D3F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D9F60B5-D8DE-BD91-5CBD-498C51EC1DFA}"/>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213413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95460C-6815-B195-8E53-E9FBB1B6D4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6B86623-9252-E3A3-8179-AD5208B2E4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499CA0A-F5CD-0AA7-B3CA-3A882FB9BE2C}"/>
              </a:ext>
            </a:extLst>
          </p:cNvPr>
          <p:cNvSpPr>
            <a:spLocks noGrp="1"/>
          </p:cNvSpPr>
          <p:nvPr>
            <p:ph type="dt" sz="half" idx="10"/>
          </p:nvPr>
        </p:nvSpPr>
        <p:spPr/>
        <p:txBody>
          <a:body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7558EAF2-8521-DA6B-9F71-2A524C69E4C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8F9C52D-379D-FB40-949E-2BA25E312EA6}"/>
              </a:ext>
            </a:extLst>
          </p:cNvPr>
          <p:cNvSpPr>
            <a:spLocks noGrp="1"/>
          </p:cNvSpPr>
          <p:nvPr>
            <p:ph type="sldNum" sz="quarter" idx="12"/>
          </p:nvPr>
        </p:nvSpPr>
        <p:spPr/>
        <p:txBody>
          <a:bodyPr/>
          <a:lstStyle/>
          <a:p>
            <a:fld id="{2BB0387C-82E4-4DD7-81C3-95C26EDE7152}" type="slidenum">
              <a:rPr lang="en-ZA" smtClean="0"/>
              <a:t>‹#›</a:t>
            </a:fld>
            <a:endParaRPr lang="en-ZA"/>
          </a:p>
        </p:txBody>
      </p:sp>
    </p:spTree>
    <p:extLst>
      <p:ext uri="{BB962C8B-B14F-4D97-AF65-F5344CB8AC3E}">
        <p14:creationId xmlns:p14="http://schemas.microsoft.com/office/powerpoint/2010/main" val="3902038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E15F95-916A-CC4E-765C-C8E2BE9BD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14FD562-3479-EF9A-9051-4508ABA7A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7199B6B-3762-C2DE-0018-18747D1603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3615FC-8883-4ABD-88A5-6DC32B79DD09}" type="datetimeFigureOut">
              <a:rPr lang="en-ZA" smtClean="0"/>
              <a:t>2026/09/28</a:t>
            </a:fld>
            <a:endParaRPr lang="en-ZA"/>
          </a:p>
        </p:txBody>
      </p:sp>
      <p:sp>
        <p:nvSpPr>
          <p:cNvPr id="5" name="Footer Placeholder 4">
            <a:extLst>
              <a:ext uri="{FF2B5EF4-FFF2-40B4-BE49-F238E27FC236}">
                <a16:creationId xmlns:a16="http://schemas.microsoft.com/office/drawing/2014/main" id="{4160C80A-F575-F18B-E8BC-9C2C73AC02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4E48114D-4486-FD03-2DD5-EDEB3D8BD8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B0387C-82E4-4DD7-81C3-95C26EDE7152}" type="slidenum">
              <a:rPr lang="en-ZA" smtClean="0"/>
              <a:t>‹#›</a:t>
            </a:fld>
            <a:endParaRPr lang="en-ZA"/>
          </a:p>
        </p:txBody>
      </p:sp>
    </p:spTree>
    <p:extLst>
      <p:ext uri="{BB962C8B-B14F-4D97-AF65-F5344CB8AC3E}">
        <p14:creationId xmlns:p14="http://schemas.microsoft.com/office/powerpoint/2010/main" val="1946304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kzn-election-turnout-predictor-zjgdsdekfa7zfxqsdaotwa.streamlit.ap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kzn-election-turnout-predictor-zjgdsdekfa7zfxqsdaotwa.streamlit.ap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kzn-election-turnout-predictor-zjgdsdekfa7zfxqsdaotwa.streamlit.app/" TargetMode="External"/><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1983781-197B-B5A5-ED51-53748BA201E1}"/>
              </a:ext>
            </a:extLst>
          </p:cNvPr>
          <p:cNvSpPr txBox="1">
            <a:spLocks/>
          </p:cNvSpPr>
          <p:nvPr/>
        </p:nvSpPr>
        <p:spPr>
          <a:xfrm>
            <a:off x="3033144" y="786384"/>
            <a:ext cx="5754696" cy="183734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3600" b="1" kern="1200" dirty="0">
                <a:solidFill>
                  <a:schemeClr val="tx2"/>
                </a:solidFill>
                <a:latin typeface="+mj-lt"/>
                <a:ea typeface="+mj-ea"/>
                <a:cs typeface="+mj-cs"/>
              </a:rPr>
              <a:t>KZN Ward-Level Voter Turnout Predictor (2000–2026)</a:t>
            </a:r>
          </a:p>
        </p:txBody>
      </p:sp>
      <p:grpSp>
        <p:nvGrpSpPr>
          <p:cNvPr id="77" name="Group 76">
            <a:extLst>
              <a:ext uri="{FF2B5EF4-FFF2-40B4-BE49-F238E27FC236}">
                <a16:creationId xmlns:a16="http://schemas.microsoft.com/office/drawing/2014/main" id="{5C3921CD-DDE5-4B57-8FDF-B37ADE4EDA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1219" y="3985"/>
            <a:ext cx="9747620" cy="6858000"/>
            <a:chOff x="1318434" y="36937"/>
            <a:chExt cx="9747620" cy="6858000"/>
          </a:xfrm>
        </p:grpSpPr>
        <p:sp>
          <p:nvSpPr>
            <p:cNvPr id="17" name="Freeform: Shape 16">
              <a:extLst>
                <a:ext uri="{FF2B5EF4-FFF2-40B4-BE49-F238E27FC236}">
                  <a16:creationId xmlns:a16="http://schemas.microsoft.com/office/drawing/2014/main" id="{A4CBEDF6-7B5F-471F-AF99-301A23748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1D43DB10-4F84-47C2-8170-CB9EED8667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9F35C7A0-1526-4D97-BCD8-91B3576E3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1009574A-38B7-43A8-A925-1FB54C6B1A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A3AAA50-DE22-4E5D-9064-A37786C59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 name="Subtitle 2">
            <a:extLst>
              <a:ext uri="{FF2B5EF4-FFF2-40B4-BE49-F238E27FC236}">
                <a16:creationId xmlns:a16="http://schemas.microsoft.com/office/drawing/2014/main" id="{04A91AE0-8B44-7132-9BE2-83FF3A9F3957}"/>
              </a:ext>
            </a:extLst>
          </p:cNvPr>
          <p:cNvSpPr txBox="1">
            <a:spLocks/>
          </p:cNvSpPr>
          <p:nvPr/>
        </p:nvSpPr>
        <p:spPr>
          <a:xfrm>
            <a:off x="3033144" y="2886738"/>
            <a:ext cx="5709721" cy="24308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228600" algn="l">
              <a:spcBef>
                <a:spcPts val="0"/>
              </a:spcBef>
              <a:spcAft>
                <a:spcPts val="1400"/>
              </a:spcAft>
              <a:buFont typeface="Arial" panose="020B0604020202020204" pitchFamily="34" charset="0"/>
              <a:buChar char="•"/>
            </a:pPr>
            <a:r>
              <a:rPr lang="en-US" sz="1900" b="1" dirty="0">
                <a:solidFill>
                  <a:schemeClr val="tx2"/>
                </a:solidFill>
              </a:rPr>
              <a:t>DIRISA SDC Student </a:t>
            </a:r>
            <a:r>
              <a:rPr lang="en-US" sz="1900" b="1" dirty="0" err="1">
                <a:solidFill>
                  <a:schemeClr val="tx2"/>
                </a:solidFill>
              </a:rPr>
              <a:t>Datathon</a:t>
            </a:r>
            <a:r>
              <a:rPr lang="en-US" sz="1900" b="1" dirty="0">
                <a:solidFill>
                  <a:schemeClr val="tx2"/>
                </a:solidFill>
              </a:rPr>
              <a:t> Challenge</a:t>
            </a:r>
          </a:p>
          <a:p>
            <a:pPr indent="-228600" algn="l">
              <a:spcBef>
                <a:spcPts val="0"/>
              </a:spcBef>
              <a:spcAft>
                <a:spcPts val="600"/>
              </a:spcAft>
              <a:buFont typeface="Arial" panose="020B0604020202020204" pitchFamily="34" charset="0"/>
              <a:buChar char="•"/>
            </a:pPr>
            <a:r>
              <a:rPr lang="en-US" sz="1900" dirty="0">
                <a:solidFill>
                  <a:schemeClr val="tx2"/>
                </a:solidFill>
              </a:rPr>
              <a:t>Project Team: SPU DIRISA Team</a:t>
            </a:r>
          </a:p>
          <a:p>
            <a:pPr indent="-228600" algn="l">
              <a:spcBef>
                <a:spcPts val="0"/>
              </a:spcBef>
              <a:spcAft>
                <a:spcPts val="600"/>
              </a:spcAft>
              <a:buFont typeface="Arial" panose="020B0604020202020204" pitchFamily="34" charset="0"/>
              <a:buChar char="•"/>
            </a:pPr>
            <a:r>
              <a:rPr lang="en-US" sz="1900" dirty="0">
                <a:solidFill>
                  <a:schemeClr val="tx2"/>
                </a:solidFill>
              </a:rPr>
              <a:t>Focus Province: KwaZulu-Natal (KZN), South Africa</a:t>
            </a:r>
          </a:p>
          <a:p>
            <a:pPr indent="-228600" algn="l">
              <a:spcBef>
                <a:spcPts val="0"/>
              </a:spcBef>
              <a:spcAft>
                <a:spcPts val="600"/>
              </a:spcAft>
              <a:buFont typeface="Arial" panose="020B0604020202020204" pitchFamily="34" charset="0"/>
              <a:buChar char="•"/>
            </a:pPr>
            <a:r>
              <a:rPr lang="en-US" sz="1900" dirty="0">
                <a:solidFill>
                  <a:schemeClr val="tx2"/>
                </a:solidFill>
              </a:rPr>
              <a:t>Spatial Unit of Analysis: 921 Wards across 54 Local Municipalities</a:t>
            </a:r>
          </a:p>
          <a:p>
            <a:pPr indent="-228600" algn="l">
              <a:spcBef>
                <a:spcPts val="0"/>
              </a:spcBef>
              <a:buFont typeface="Arial" panose="020B0604020202020204" pitchFamily="34" charset="0"/>
              <a:buChar char="•"/>
            </a:pPr>
            <a:r>
              <a:rPr lang="en-US" sz="1900" dirty="0">
                <a:solidFill>
                  <a:schemeClr val="tx2"/>
                </a:solidFill>
              </a:rPr>
              <a:t>Live Interactive Dashboard: </a:t>
            </a:r>
            <a:r>
              <a:rPr lang="en-ZA" sz="2000" dirty="0">
                <a:hlinkClick r:id="rId2">
                  <a:extLst>
                    <a:ext uri="{A12FA001-AC4F-418D-AE19-62706E023703}">
                      <ahyp:hlinkClr xmlns:ahyp="http://schemas.microsoft.com/office/drawing/2018/hyperlinkcolor" val="tx"/>
                    </a:ext>
                  </a:extLst>
                </a:hlinkClick>
              </a:rPr>
              <a:t>SPU Election Turnout Predictor KZN</a:t>
            </a:r>
            <a:endParaRPr lang="en-US" sz="1900" dirty="0"/>
          </a:p>
        </p:txBody>
      </p:sp>
      <p:sp>
        <p:nvSpPr>
          <p:cNvPr id="7" name="Rectangle 6"/>
          <p:cNvSpPr/>
          <p:nvPr/>
        </p:nvSpPr>
        <p:spPr>
          <a:xfrm>
            <a:off x="10140696" y="859536"/>
            <a:ext cx="100584"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8" name="Rectangle 7"/>
          <p:cNvSpPr/>
          <p:nvPr/>
        </p:nvSpPr>
        <p:spPr>
          <a:xfrm>
            <a:off x="10296144" y="667512"/>
            <a:ext cx="100584"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9" name="Rectangle 8"/>
          <p:cNvSpPr/>
          <p:nvPr/>
        </p:nvSpPr>
        <p:spPr>
          <a:xfrm>
            <a:off x="10451592" y="786384"/>
            <a:ext cx="100584"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Tree>
    <p:extLst>
      <p:ext uri="{BB962C8B-B14F-4D97-AF65-F5344CB8AC3E}">
        <p14:creationId xmlns:p14="http://schemas.microsoft.com/office/powerpoint/2010/main" val="32370751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4A2E-86A5-E8BC-1807-2E5D9C6A65B8}"/>
              </a:ext>
            </a:extLst>
          </p:cNvPr>
          <p:cNvSpPr>
            <a:spLocks noGrp="1"/>
          </p:cNvSpPr>
          <p:nvPr>
            <p:ph type="ctrTitle"/>
          </p:nvPr>
        </p:nvSpPr>
        <p:spPr>
          <a:xfrm>
            <a:off x="457200" y="365760"/>
            <a:ext cx="11274552" cy="777240"/>
          </a:xfrm>
        </p:spPr>
        <p:txBody>
          <a:bodyPr/>
          <a:lstStyle/>
          <a:p>
            <a:pPr algn="l"/>
            <a:r>
              <a:rPr sz="3200" b="1" dirty="0">
                <a:solidFill>
                  <a:srgbClr val="0E2841"/>
                </a:solidFill>
                <a:latin typeface="Cambria"/>
              </a:rPr>
              <a:t>Overview</a:t>
            </a:r>
          </a:p>
        </p:txBody>
      </p:sp>
      <p:sp>
        <p:nvSpPr>
          <p:cNvPr id="3" name="TextBox 2"/>
          <p:cNvSpPr txBox="1"/>
          <p:nvPr/>
        </p:nvSpPr>
        <p:spPr>
          <a:xfrm>
            <a:off x="566928" y="1259378"/>
            <a:ext cx="11274552" cy="1173078"/>
          </a:xfrm>
          <a:prstGeom prst="rect">
            <a:avLst/>
          </a:prstGeom>
          <a:noFill/>
        </p:spPr>
        <p:txBody>
          <a:bodyPr wrap="square" lIns="0" tIns="0" rIns="0" bIns="0" anchor="t">
            <a:spAutoFit/>
          </a:bodyPr>
          <a:lstStyle/>
          <a:p>
            <a:pPr algn="l">
              <a:lnSpc>
                <a:spcPct val="110000"/>
              </a:lnSpc>
              <a:spcBef>
                <a:spcPts val="0"/>
              </a:spcBef>
              <a:spcAft>
                <a:spcPts val="1000"/>
              </a:spcAft>
              <a:buNone/>
            </a:pPr>
            <a:r>
              <a:rPr lang="en-ZA" sz="1400" b="0" i="0" dirty="0">
                <a:solidFill>
                  <a:srgbClr val="222222"/>
                </a:solidFill>
                <a:latin typeface="Calibri"/>
              </a:rPr>
              <a:t>Our team did not simply select an abstract, theoretical problem from a textbook or rely on speculative assumptions. We committed ourselves to comprehensive, exhaustive empirical ground work focused entirely on the province of KwaZulu-Natal (KZN), South Africa's second-most populous economic and political hub. Over multiple days of forensic data investigation, we harmonized 21 years of longitudinal ward election records spanning five municipal cycles (2000, 2006, 2011, 2016, and 2021) across all 921 wards in the province. We cross-referenced these voting trends against Statistics South Africa </a:t>
            </a:r>
            <a:r>
              <a:rPr lang="en-ZA" sz="1400" b="0" i="0" dirty="0" err="1">
                <a:solidFill>
                  <a:srgbClr val="222222"/>
                </a:solidFill>
                <a:latin typeface="Calibri"/>
              </a:rPr>
              <a:t>labor</a:t>
            </a:r>
            <a:r>
              <a:rPr lang="en-ZA" sz="1400" b="0" i="0" dirty="0">
                <a:solidFill>
                  <a:srgbClr val="222222"/>
                </a:solidFill>
                <a:latin typeface="Calibri"/>
              </a:rPr>
              <a:t> surveys, Census multidimensional poverty indices, and municipal infrastructure assessments.</a:t>
            </a:r>
            <a:endParaRPr sz="1400" b="0" i="0" dirty="0">
              <a:solidFill>
                <a:srgbClr val="222222"/>
              </a:solidFill>
              <a:latin typeface="Calibri"/>
            </a:endParaRPr>
          </a:p>
        </p:txBody>
      </p:sp>
      <p:sp>
        <p:nvSpPr>
          <p:cNvPr id="4" name="Rounded Rectangle 3"/>
          <p:cNvSpPr/>
          <p:nvPr/>
        </p:nvSpPr>
        <p:spPr>
          <a:xfrm>
            <a:off x="457200" y="2915653"/>
            <a:ext cx="2606040"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908956"/>
            <a:ext cx="2386584" cy="1384995"/>
          </a:xfrm>
          <a:prstGeom prst="rect">
            <a:avLst/>
          </a:prstGeom>
          <a:noFill/>
        </p:spPr>
        <p:txBody>
          <a:bodyPr wrap="square" lIns="0" tIns="0" rIns="0" bIns="0" anchor="ctr">
            <a:spAutoFit/>
          </a:bodyPr>
          <a:lstStyle/>
          <a:p>
            <a:pPr algn="ctr">
              <a:spcBef>
                <a:spcPts val="0"/>
              </a:spcBef>
              <a:spcAft>
                <a:spcPts val="200"/>
              </a:spcAft>
              <a:buNone/>
            </a:pPr>
            <a:r>
              <a:rPr lang="en-ZA" sz="3000" b="1" i="0" dirty="0">
                <a:solidFill>
                  <a:srgbClr val="C00000"/>
                </a:solidFill>
                <a:latin typeface="Calibri"/>
              </a:rPr>
              <a:t>21 years of ward election data</a:t>
            </a:r>
          </a:p>
        </p:txBody>
      </p:sp>
      <p:sp>
        <p:nvSpPr>
          <p:cNvPr id="6" name="Rounded Rectangle 5"/>
          <p:cNvSpPr/>
          <p:nvPr/>
        </p:nvSpPr>
        <p:spPr>
          <a:xfrm>
            <a:off x="3291840" y="2915653"/>
            <a:ext cx="2606040"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01568" y="3126964"/>
            <a:ext cx="2386584" cy="948978"/>
          </a:xfrm>
          <a:prstGeom prst="rect">
            <a:avLst/>
          </a:prstGeom>
          <a:noFill/>
        </p:spPr>
        <p:txBody>
          <a:bodyPr wrap="square" lIns="0" tIns="0" rIns="0" bIns="0" anchor="ctr">
            <a:spAutoFit/>
          </a:bodyPr>
          <a:lstStyle/>
          <a:p>
            <a:pPr algn="ctr">
              <a:spcBef>
                <a:spcPts val="0"/>
              </a:spcBef>
              <a:spcAft>
                <a:spcPts val="200"/>
              </a:spcAft>
              <a:buNone/>
            </a:pPr>
            <a:r>
              <a:rPr lang="en-ZA" sz="3000" b="1" i="0" dirty="0">
                <a:solidFill>
                  <a:srgbClr val="C00000"/>
                </a:solidFill>
                <a:latin typeface="Calibri"/>
              </a:rPr>
              <a:t>5 cycles</a:t>
            </a:r>
          </a:p>
          <a:p>
            <a:pPr algn="ctr">
              <a:spcBef>
                <a:spcPts val="0"/>
              </a:spcBef>
              <a:spcAft>
                <a:spcPts val="200"/>
              </a:spcAft>
              <a:buNone/>
            </a:pPr>
            <a:r>
              <a:rPr lang="en-ZA" sz="3000" b="1" i="0" dirty="0">
                <a:solidFill>
                  <a:srgbClr val="C00000"/>
                </a:solidFill>
                <a:latin typeface="Calibri"/>
              </a:rPr>
              <a:t>2000 → 2021</a:t>
            </a:r>
          </a:p>
        </p:txBody>
      </p:sp>
      <p:sp>
        <p:nvSpPr>
          <p:cNvPr id="8" name="Rounded Rectangle 7"/>
          <p:cNvSpPr/>
          <p:nvPr/>
        </p:nvSpPr>
        <p:spPr>
          <a:xfrm>
            <a:off x="6126480" y="2915653"/>
            <a:ext cx="2606040"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36208" y="3139788"/>
            <a:ext cx="2386584" cy="923330"/>
          </a:xfrm>
          <a:prstGeom prst="rect">
            <a:avLst/>
          </a:prstGeom>
          <a:noFill/>
        </p:spPr>
        <p:txBody>
          <a:bodyPr wrap="square" lIns="0" tIns="0" rIns="0" bIns="0" anchor="ctr">
            <a:spAutoFit/>
          </a:bodyPr>
          <a:lstStyle/>
          <a:p>
            <a:pPr algn="ctr">
              <a:spcBef>
                <a:spcPts val="0"/>
              </a:spcBef>
              <a:spcAft>
                <a:spcPts val="200"/>
              </a:spcAft>
              <a:buNone/>
            </a:pPr>
            <a:r>
              <a:rPr lang="en-ZA" sz="3000" b="1" i="0" dirty="0">
                <a:solidFill>
                  <a:srgbClr val="C00000"/>
                </a:solidFill>
                <a:latin typeface="Calibri"/>
              </a:rPr>
              <a:t>921 wards across KZN</a:t>
            </a:r>
            <a:endParaRPr sz="3000" b="1" i="0" dirty="0">
              <a:solidFill>
                <a:srgbClr val="C00000"/>
              </a:solidFill>
              <a:latin typeface="Calibri"/>
            </a:endParaRPr>
          </a:p>
        </p:txBody>
      </p:sp>
      <p:sp>
        <p:nvSpPr>
          <p:cNvPr id="10" name="Rounded Rectangle 9"/>
          <p:cNvSpPr/>
          <p:nvPr/>
        </p:nvSpPr>
        <p:spPr>
          <a:xfrm>
            <a:off x="8961120" y="2915653"/>
            <a:ext cx="2606040"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70848" y="3370620"/>
            <a:ext cx="2386584" cy="461665"/>
          </a:xfrm>
          <a:prstGeom prst="rect">
            <a:avLst/>
          </a:prstGeom>
          <a:noFill/>
        </p:spPr>
        <p:txBody>
          <a:bodyPr wrap="square" lIns="0" tIns="0" rIns="0" bIns="0" anchor="ctr">
            <a:spAutoFit/>
          </a:bodyPr>
          <a:lstStyle/>
          <a:p>
            <a:pPr algn="ctr">
              <a:spcBef>
                <a:spcPts val="0"/>
              </a:spcBef>
              <a:spcAft>
                <a:spcPts val="200"/>
              </a:spcAft>
              <a:buNone/>
            </a:pPr>
            <a:r>
              <a:rPr lang="en-ZA" sz="3000" b="1" i="0" dirty="0">
                <a:solidFill>
                  <a:srgbClr val="C00000"/>
                </a:solidFill>
                <a:latin typeface="Calibri"/>
              </a:rPr>
              <a:t>1 province</a:t>
            </a:r>
            <a:endParaRPr sz="3000" b="1" i="0" dirty="0">
              <a:solidFill>
                <a:srgbClr val="C00000"/>
              </a:solidFill>
              <a:latin typeface="Calibri"/>
            </a:endParaRPr>
          </a:p>
        </p:txBody>
      </p:sp>
      <p:sp>
        <p:nvSpPr>
          <p:cNvPr id="12" name="TextBox 11"/>
          <p:cNvSpPr txBox="1"/>
          <p:nvPr/>
        </p:nvSpPr>
        <p:spPr>
          <a:xfrm>
            <a:off x="457200" y="4871186"/>
            <a:ext cx="11274552" cy="1188720"/>
          </a:xfrm>
          <a:prstGeom prst="rect">
            <a:avLst/>
          </a:prstGeom>
          <a:noFill/>
        </p:spPr>
        <p:txBody>
          <a:bodyPr wrap="square" lIns="0" tIns="0" rIns="0" bIns="0" anchor="t">
            <a:spAutoFit/>
          </a:bodyPr>
          <a:lstStyle/>
          <a:p>
            <a:pPr algn="l">
              <a:spcBef>
                <a:spcPts val="0"/>
              </a:spcBef>
              <a:spcAft>
                <a:spcPts val="400"/>
              </a:spcAft>
              <a:buNone/>
            </a:pPr>
            <a:r>
              <a:rPr sz="1400" b="1" i="0" dirty="0">
                <a:solidFill>
                  <a:srgbClr val="0E2841"/>
                </a:solidFill>
                <a:latin typeface="Calibri"/>
              </a:rPr>
              <a:t>Pipeline scope:</a:t>
            </a:r>
          </a:p>
          <a:p>
            <a:pPr algn="l">
              <a:lnSpc>
                <a:spcPct val="115000"/>
              </a:lnSpc>
              <a:spcBef>
                <a:spcPts val="0"/>
              </a:spcBef>
              <a:spcAft>
                <a:spcPts val="0"/>
              </a:spcAft>
              <a:buNone/>
            </a:pPr>
            <a:r>
              <a:rPr sz="1250" b="0" i="0" dirty="0">
                <a:solidFill>
                  <a:srgbClr val="445563"/>
                </a:solidFill>
                <a:latin typeface="Calibri"/>
              </a:rPr>
              <a:t>Multi-source data provenance &amp; ingestion  •  Rigorous 4-check data cleaning  •  Crosswalk boundary harmonization  •  Unified data architecture (2 final datasets)  •  Population coverage &amp; non-voter analytics  •  Strict target leakage prevention  •  Time-series evaluation &amp; benchmark modeling  •  Negative finding discovery  •  2026 deployment hand-off</a:t>
            </a:r>
          </a:p>
        </p:txBody>
      </p:sp>
    </p:spTree>
    <p:extLst>
      <p:ext uri="{BB962C8B-B14F-4D97-AF65-F5344CB8AC3E}">
        <p14:creationId xmlns:p14="http://schemas.microsoft.com/office/powerpoint/2010/main" val="56619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CF61A-441B-D024-D667-614A12C44450}"/>
              </a:ext>
            </a:extLst>
          </p:cNvPr>
          <p:cNvSpPr>
            <a:spLocks noGrp="1"/>
          </p:cNvSpPr>
          <p:nvPr>
            <p:ph type="title"/>
          </p:nvPr>
        </p:nvSpPr>
        <p:spPr>
          <a:xfrm>
            <a:off x="575911" y="-275518"/>
            <a:ext cx="10515600" cy="1325563"/>
          </a:xfrm>
        </p:spPr>
        <p:txBody>
          <a:bodyPr/>
          <a:lstStyle/>
          <a:p>
            <a:r>
              <a:rPr sz="3000" b="1" dirty="0">
                <a:solidFill>
                  <a:srgbClr val="0E2841"/>
                </a:solidFill>
                <a:latin typeface="Cambria"/>
              </a:rPr>
              <a:t>Problem Statement and Solution</a:t>
            </a:r>
          </a:p>
        </p:txBody>
      </p:sp>
      <p:sp>
        <p:nvSpPr>
          <p:cNvPr id="3" name="Rounded Rectangle 2"/>
          <p:cNvSpPr/>
          <p:nvPr/>
        </p:nvSpPr>
        <p:spPr>
          <a:xfrm>
            <a:off x="296779" y="813210"/>
            <a:ext cx="5394960" cy="457200"/>
          </a:xfrm>
          <a:prstGeom prst="roundRect">
            <a:avLst>
              <a:gd name="adj" fmla="val 1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PROBLEM STATEMENT</a:t>
            </a:r>
          </a:p>
        </p:txBody>
      </p:sp>
      <p:sp>
        <p:nvSpPr>
          <p:cNvPr id="4" name="Rounded Rectangle 3"/>
          <p:cNvSpPr/>
          <p:nvPr/>
        </p:nvSpPr>
        <p:spPr>
          <a:xfrm>
            <a:off x="6176371" y="813210"/>
            <a:ext cx="5394960" cy="457200"/>
          </a:xfrm>
          <a:prstGeom prst="roundRect">
            <a:avLst>
              <a:gd name="adj" fmla="val 1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SOLUTION STATEMENT</a:t>
            </a:r>
          </a:p>
        </p:txBody>
      </p:sp>
      <p:sp>
        <p:nvSpPr>
          <p:cNvPr id="5" name="Rounded Rectangle 4"/>
          <p:cNvSpPr/>
          <p:nvPr/>
        </p:nvSpPr>
        <p:spPr>
          <a:xfrm>
            <a:off x="296779" y="1380137"/>
            <a:ext cx="5394960" cy="5033729"/>
          </a:xfrm>
          <a:prstGeom prst="roundRect">
            <a:avLst>
              <a:gd name="adj" fmla="val 3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ounded Rectangle 5"/>
          <p:cNvSpPr/>
          <p:nvPr/>
        </p:nvSpPr>
        <p:spPr>
          <a:xfrm>
            <a:off x="6176371" y="1380137"/>
            <a:ext cx="5394960" cy="5033729"/>
          </a:xfrm>
          <a:prstGeom prst="roundRect">
            <a:avLst>
              <a:gd name="adj" fmla="val 3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9659" y="1517298"/>
            <a:ext cx="5029200" cy="2343655"/>
          </a:xfrm>
          <a:prstGeom prst="rect">
            <a:avLst/>
          </a:prstGeom>
          <a:noFill/>
        </p:spPr>
        <p:txBody>
          <a:bodyPr wrap="square" lIns="0" tIns="0" rIns="0" bIns="0" anchor="t">
            <a:spAutoFit/>
          </a:bodyPr>
          <a:lstStyle/>
          <a:p>
            <a:pPr marL="177800" indent="-177800" algn="l">
              <a:lnSpc>
                <a:spcPct val="105000"/>
              </a:lnSpc>
              <a:spcBef>
                <a:spcPts val="0"/>
              </a:spcBef>
              <a:spcAft>
                <a:spcPts val="1200"/>
              </a:spcAft>
              <a:buFont typeface="Arial"/>
              <a:buChar char="•"/>
            </a:pPr>
            <a:r>
              <a:rPr lang="en-ZA" sz="1300" b="0" i="0" dirty="0">
                <a:solidFill>
                  <a:srgbClr val="222222"/>
                </a:solidFill>
                <a:latin typeface="Calibri"/>
              </a:rPr>
              <a:t>Voter turnout in KwaZulu-Natal is declining across election cycles, raising concerns about civic participation and electoral legitimacy. </a:t>
            </a:r>
          </a:p>
          <a:p>
            <a:pPr marL="177800" indent="-177800" algn="l">
              <a:lnSpc>
                <a:spcPct val="105000"/>
              </a:lnSpc>
              <a:spcBef>
                <a:spcPts val="0"/>
              </a:spcBef>
              <a:spcAft>
                <a:spcPts val="1200"/>
              </a:spcAft>
              <a:buFont typeface="Arial"/>
              <a:buChar char="•"/>
            </a:pPr>
            <a:r>
              <a:rPr lang="en-ZA" sz="1300" b="0" i="0" dirty="0">
                <a:solidFill>
                  <a:srgbClr val="222222"/>
                </a:solidFill>
                <a:latin typeface="Calibri"/>
              </a:rPr>
              <a:t>Turnout fell to about 45% in the 2021 municipal elections, compared with stronger participation in earlier elections. </a:t>
            </a:r>
          </a:p>
          <a:p>
            <a:pPr marL="177800" indent="-177800" algn="l">
              <a:lnSpc>
                <a:spcPct val="105000"/>
              </a:lnSpc>
              <a:spcBef>
                <a:spcPts val="0"/>
              </a:spcBef>
              <a:spcAft>
                <a:spcPts val="1200"/>
              </a:spcAft>
              <a:buFont typeface="Arial"/>
              <a:buChar char="•"/>
            </a:pPr>
            <a:r>
              <a:rPr lang="en-ZA" sz="1300" b="0" i="0" dirty="0">
                <a:solidFill>
                  <a:srgbClr val="222222"/>
                </a:solidFill>
                <a:latin typeface="Calibri"/>
              </a:rPr>
              <a:t>Our analysis links low participation to deeper socioeconomic challenges, including youth unemployment, poverty, and declining municipal services. </a:t>
            </a:r>
          </a:p>
          <a:p>
            <a:pPr marL="177800" indent="-177800" algn="l">
              <a:lnSpc>
                <a:spcPct val="105000"/>
              </a:lnSpc>
              <a:spcBef>
                <a:spcPts val="0"/>
              </a:spcBef>
              <a:spcAft>
                <a:spcPts val="1200"/>
              </a:spcAft>
              <a:buFont typeface="Arial"/>
              <a:buChar char="•"/>
            </a:pPr>
            <a:r>
              <a:rPr lang="en-ZA" sz="1300" b="0" i="0" dirty="0">
                <a:solidFill>
                  <a:srgbClr val="222222"/>
                </a:solidFill>
                <a:latin typeface="Calibri"/>
              </a:rPr>
              <a:t>Stakeholders lack granular data and foresight to effectively address turnout challenges ahead of the 2026 Local Government Elections.</a:t>
            </a:r>
          </a:p>
        </p:txBody>
      </p:sp>
      <p:sp>
        <p:nvSpPr>
          <p:cNvPr id="8" name="TextBox 7"/>
          <p:cNvSpPr txBox="1"/>
          <p:nvPr/>
        </p:nvSpPr>
        <p:spPr>
          <a:xfrm>
            <a:off x="6359251" y="1517298"/>
            <a:ext cx="5029200" cy="3524042"/>
          </a:xfrm>
          <a:prstGeom prst="rect">
            <a:avLst/>
          </a:prstGeom>
          <a:noFill/>
        </p:spPr>
        <p:txBody>
          <a:bodyPr wrap="square" lIns="0" tIns="0" rIns="0" bIns="0" anchor="t">
            <a:spAutoFit/>
          </a:bodyPr>
          <a:lstStyle/>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Built a machine-learning model using ward-level election data from 2000–2021 to predict voter turnout. </a:t>
            </a:r>
          </a:p>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Combined multiple datasets, including election results, unemployment, poverty, and municipal infrastructure indicators. </a:t>
            </a:r>
          </a:p>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Created the SPU Election Turnout Predictor KZN, an interactive dashboard for non-technical decision-makers. </a:t>
            </a:r>
          </a:p>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Enables geographic drill-down across 11 districts, 54 municipalities, and 921 wards. </a:t>
            </a:r>
          </a:p>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Allows data exports of filtered results or the full 2026 prediction dataset. </a:t>
            </a:r>
          </a:p>
          <a:p>
            <a:pPr marL="177800" indent="-177800" algn="l">
              <a:lnSpc>
                <a:spcPct val="100000"/>
              </a:lnSpc>
              <a:spcBef>
                <a:spcPts val="0"/>
              </a:spcBef>
              <a:spcAft>
                <a:spcPts val="1200"/>
              </a:spcAft>
              <a:buFont typeface="Arial"/>
              <a:buChar char="•"/>
            </a:pPr>
            <a:r>
              <a:rPr lang="en-ZA" sz="1300" b="0" i="0" dirty="0">
                <a:solidFill>
                  <a:srgbClr val="222222"/>
                </a:solidFill>
                <a:latin typeface="Calibri"/>
              </a:rPr>
              <a:t>Future goal: Expand from KZN’s 921 wards to all 4,468 wards across South Africa.</a:t>
            </a:r>
          </a:p>
          <a:p>
            <a:pPr marL="177800" indent="-177800" algn="l">
              <a:lnSpc>
                <a:spcPct val="100000"/>
              </a:lnSpc>
              <a:spcBef>
                <a:spcPts val="0"/>
              </a:spcBef>
              <a:spcAft>
                <a:spcPts val="1200"/>
              </a:spcAft>
              <a:buFont typeface="Arial"/>
              <a:buChar char="•"/>
            </a:pPr>
            <a:endParaRPr sz="1300" b="0" i="0" dirty="0">
              <a:solidFill>
                <a:srgbClr val="222222"/>
              </a:solidFill>
              <a:latin typeface="Calibri"/>
            </a:endParaRPr>
          </a:p>
        </p:txBody>
      </p:sp>
    </p:spTree>
    <p:extLst>
      <p:ext uri="{BB962C8B-B14F-4D97-AF65-F5344CB8AC3E}">
        <p14:creationId xmlns:p14="http://schemas.microsoft.com/office/powerpoint/2010/main" val="399160250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E972-CCC9-DCA2-9FEC-EFCE4C70EAB1}"/>
              </a:ext>
            </a:extLst>
          </p:cNvPr>
          <p:cNvSpPr>
            <a:spLocks noGrp="1"/>
          </p:cNvSpPr>
          <p:nvPr>
            <p:ph type="title"/>
          </p:nvPr>
        </p:nvSpPr>
        <p:spPr/>
        <p:txBody>
          <a:bodyPr/>
          <a:lstStyle/>
          <a:p>
            <a:r>
              <a:rPr sz="3000" b="1">
                <a:solidFill>
                  <a:srgbClr val="0E2841"/>
                </a:solidFill>
                <a:latin typeface="Cambria"/>
              </a:rPr>
              <a:t>Sources and Data collection</a:t>
            </a:r>
          </a:p>
        </p:txBody>
      </p:sp>
      <p:sp>
        <p:nvSpPr>
          <p:cNvPr id="3" name="TextBox 2"/>
          <p:cNvSpPr txBox="1"/>
          <p:nvPr/>
        </p:nvSpPr>
        <p:spPr>
          <a:xfrm>
            <a:off x="457200" y="1417320"/>
            <a:ext cx="7863840" cy="4846320"/>
          </a:xfrm>
          <a:prstGeom prst="rect">
            <a:avLst/>
          </a:prstGeom>
          <a:noFill/>
        </p:spPr>
        <p:txBody>
          <a:bodyPr wrap="square" lIns="0" tIns="0" rIns="0" bIns="0" anchor="t">
            <a:spAutoFit/>
          </a:bodyPr>
          <a:lstStyle/>
          <a:p>
            <a:pPr marL="177800" indent="-177800" algn="l">
              <a:spcBef>
                <a:spcPts val="0"/>
              </a:spcBef>
              <a:spcAft>
                <a:spcPts val="1300"/>
              </a:spcAft>
              <a:buFont typeface="Arial"/>
              <a:buChar char="•"/>
            </a:pPr>
            <a:r>
              <a:rPr sz="1350" b="1" i="0">
                <a:solidFill>
                  <a:srgbClr val="156082"/>
                </a:solidFill>
                <a:latin typeface="Calibri"/>
              </a:rPr>
              <a:t>IEC Downloadable Municipal Results (2000, 2006, 2011, 2016, 2021): </a:t>
            </a:r>
            <a:r>
              <a:rPr sz="1350" b="0" i="0">
                <a:solidFill>
                  <a:srgbClr val="222222"/>
                </a:solidFill>
                <a:latin typeface="Calibri"/>
              </a:rPr>
              <a:t>Official Electoral Commission of South Africa portal. Ballots cast, valid votes, and registered voters per voting district and ward.</a:t>
            </a:r>
          </a:p>
          <a:p>
            <a:pPr marL="177800" indent="-177800" algn="l">
              <a:spcBef>
                <a:spcPts val="0"/>
              </a:spcBef>
              <a:spcAft>
                <a:spcPts val="1300"/>
              </a:spcAft>
              <a:buFont typeface="Arial"/>
              <a:buChar char="•"/>
            </a:pPr>
            <a:r>
              <a:rPr sz="1350" b="1" i="0">
                <a:solidFill>
                  <a:srgbClr val="156082"/>
                </a:solidFill>
                <a:latin typeface="Calibri"/>
              </a:rPr>
              <a:t>IEC Voter Registration Roll Snapshot (2026): </a:t>
            </a:r>
            <a:r>
              <a:rPr sz="1350" b="0" i="0">
                <a:solidFill>
                  <a:srgbClr val="222222"/>
                </a:solidFill>
                <a:latin typeface="Calibri"/>
              </a:rPr>
              <a:t>Extracted from the IEC official statistics portal, covering 921 KZN wards.</a:t>
            </a:r>
          </a:p>
          <a:p>
            <a:pPr marL="177800" indent="-177800" algn="l">
              <a:spcBef>
                <a:spcPts val="0"/>
              </a:spcBef>
              <a:spcAft>
                <a:spcPts val="1300"/>
              </a:spcAft>
              <a:buFont typeface="Arial"/>
              <a:buChar char="•"/>
            </a:pPr>
            <a:r>
              <a:rPr sz="1350" b="1" i="0">
                <a:solidFill>
                  <a:srgbClr val="156082"/>
                </a:solidFill>
                <a:latin typeface="Calibri"/>
              </a:rPr>
              <a:t>Stats SA Census (2011 &amp; 2022): </a:t>
            </a:r>
            <a:r>
              <a:rPr sz="1350" b="0" i="0">
                <a:solidFill>
                  <a:srgbClr val="222222"/>
                </a:solidFill>
                <a:latin typeface="Calibri"/>
              </a:rPr>
              <a:t>Population headcounts, gender distribution, and dwelling/household geography (Urban, Tribal/Traditional, Farm) aggregated to municipality.</a:t>
            </a:r>
          </a:p>
          <a:p>
            <a:pPr marL="177800" indent="-177800" algn="l">
              <a:spcBef>
                <a:spcPts val="0"/>
              </a:spcBef>
              <a:spcAft>
                <a:spcPts val="1300"/>
              </a:spcAft>
              <a:buFont typeface="Arial"/>
              <a:buChar char="•"/>
            </a:pPr>
            <a:r>
              <a:rPr sz="1350" b="1" i="0">
                <a:solidFill>
                  <a:srgbClr val="156082"/>
                </a:solidFill>
                <a:latin typeface="Calibri"/>
              </a:rPr>
              <a:t>Stats SA Poverty &amp; Inequality Indicators (2011–2023): </a:t>
            </a:r>
            <a:r>
              <a:rPr sz="1350" b="0" i="0">
                <a:solidFill>
                  <a:srgbClr val="222222"/>
                </a:solidFill>
                <a:latin typeface="Calibri"/>
              </a:rPr>
              <a:t>Upper-Bound Poverty Line (UBPL) and Lower-Bound Poverty Line (LBPL) headcounts and Gini coefficients across KZN municipalities.</a:t>
            </a:r>
          </a:p>
          <a:p>
            <a:pPr marL="177800" indent="-177800" algn="l">
              <a:spcBef>
                <a:spcPts val="0"/>
              </a:spcBef>
              <a:spcAft>
                <a:spcPts val="1300"/>
              </a:spcAft>
              <a:buFont typeface="Arial"/>
              <a:buChar char="•"/>
            </a:pPr>
            <a:r>
              <a:rPr sz="1350" b="1" i="0">
                <a:solidFill>
                  <a:srgbClr val="156082"/>
                </a:solidFill>
                <a:latin typeface="Calibri"/>
              </a:rPr>
              <a:t>Stats SA Quarterly Labour Force Survey (QLFS Q1 2024): </a:t>
            </a:r>
            <a:r>
              <a:rPr sz="1350" b="0" i="0">
                <a:solidFill>
                  <a:srgbClr val="222222"/>
                </a:solidFill>
                <a:latin typeface="Calibri"/>
              </a:rPr>
              <a:t>Metro (eThekwini) vs. non-metro employment, absorption, and labour force participation rates.</a:t>
            </a:r>
          </a:p>
          <a:p>
            <a:pPr marL="177800" indent="-177800" algn="l">
              <a:spcBef>
                <a:spcPts val="0"/>
              </a:spcBef>
              <a:spcAft>
                <a:spcPts val="1300"/>
              </a:spcAft>
              <a:buFont typeface="Arial"/>
              <a:buChar char="•"/>
            </a:pPr>
            <a:r>
              <a:rPr sz="1350" b="1" i="0">
                <a:solidFill>
                  <a:srgbClr val="156082"/>
                </a:solidFill>
                <a:latin typeface="Calibri"/>
              </a:rPr>
              <a:t>Afrobarometer Round 9 / 2024 Political Attitudes: </a:t>
            </a:r>
            <a:r>
              <a:rPr sz="1350" b="0" i="0">
                <a:solidFill>
                  <a:srgbClr val="222222"/>
                </a:solidFill>
                <a:latin typeface="Calibri"/>
              </a:rPr>
              <a:t>Survey on institutional trust (IEC, National/Provincial Government) and democratic satisfaction (N=319 for KZN).</a:t>
            </a:r>
          </a:p>
        </p:txBody>
      </p:sp>
      <p:sp>
        <p:nvSpPr>
          <p:cNvPr id="4" name="Rounded Rectangle 3"/>
          <p:cNvSpPr/>
          <p:nvPr/>
        </p:nvSpPr>
        <p:spPr>
          <a:xfrm>
            <a:off x="8595360" y="1554480"/>
            <a:ext cx="292608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05088" y="1554480"/>
            <a:ext cx="2706624" cy="1554480"/>
          </a:xfrm>
          <a:prstGeom prst="rect">
            <a:avLst/>
          </a:prstGeom>
          <a:noFill/>
        </p:spPr>
        <p:txBody>
          <a:bodyPr wrap="square" lIns="0" tIns="0" rIns="0" bIns="0" anchor="ctr">
            <a:spAutoFit/>
          </a:bodyPr>
          <a:lstStyle/>
          <a:p>
            <a:pPr algn="ctr">
              <a:spcBef>
                <a:spcPts val="0"/>
              </a:spcBef>
              <a:spcAft>
                <a:spcPts val="200"/>
              </a:spcAft>
              <a:buNone/>
            </a:pPr>
            <a:r>
              <a:rPr sz="4800" b="1" i="0">
                <a:solidFill>
                  <a:srgbClr val="156082"/>
                </a:solidFill>
                <a:latin typeface="Calibri"/>
              </a:rPr>
              <a:t>6</a:t>
            </a:r>
          </a:p>
          <a:p>
            <a:pPr algn="ctr">
              <a:spcBef>
                <a:spcPts val="0"/>
              </a:spcBef>
              <a:spcAft>
                <a:spcPts val="0"/>
              </a:spcAft>
              <a:buNone/>
            </a:pPr>
            <a:r>
              <a:rPr sz="1100" b="0" i="0">
                <a:solidFill>
                  <a:srgbClr val="445563"/>
                </a:solidFill>
                <a:latin typeface="Calibri"/>
              </a:rPr>
              <a:t>Institutional data sources harmonized</a:t>
            </a:r>
          </a:p>
        </p:txBody>
      </p:sp>
      <p:sp>
        <p:nvSpPr>
          <p:cNvPr id="6" name="Rounded Rectangle 5"/>
          <p:cNvSpPr/>
          <p:nvPr/>
        </p:nvSpPr>
        <p:spPr>
          <a:xfrm>
            <a:off x="8595360" y="3246120"/>
            <a:ext cx="2926080" cy="1554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05088" y="3246120"/>
            <a:ext cx="2706624" cy="1554480"/>
          </a:xfrm>
          <a:prstGeom prst="rect">
            <a:avLst/>
          </a:prstGeom>
          <a:noFill/>
        </p:spPr>
        <p:txBody>
          <a:bodyPr wrap="square" lIns="0" tIns="0" rIns="0" bIns="0" anchor="ctr">
            <a:spAutoFit/>
          </a:bodyPr>
          <a:lstStyle/>
          <a:p>
            <a:pPr algn="ctr">
              <a:spcBef>
                <a:spcPts val="0"/>
              </a:spcBef>
              <a:spcAft>
                <a:spcPts val="200"/>
              </a:spcAft>
              <a:buNone/>
            </a:pPr>
            <a:r>
              <a:rPr sz="4000" b="1" i="0">
                <a:solidFill>
                  <a:srgbClr val="D99B00"/>
                </a:solidFill>
                <a:latin typeface="Calibri"/>
              </a:rPr>
              <a:t>921</a:t>
            </a:r>
          </a:p>
          <a:p>
            <a:pPr algn="ctr">
              <a:spcBef>
                <a:spcPts val="0"/>
              </a:spcBef>
              <a:spcAft>
                <a:spcPts val="0"/>
              </a:spcAft>
              <a:buNone/>
            </a:pPr>
            <a:r>
              <a:rPr sz="1100" b="0" i="0">
                <a:solidFill>
                  <a:srgbClr val="445563"/>
                </a:solidFill>
                <a:latin typeface="Calibri"/>
              </a:rPr>
              <a:t>KZN wards, 5 election cycles (2000–2021)</a:t>
            </a:r>
          </a:p>
        </p:txBody>
      </p:sp>
    </p:spTree>
    <p:extLst>
      <p:ext uri="{BB962C8B-B14F-4D97-AF65-F5344CB8AC3E}">
        <p14:creationId xmlns:p14="http://schemas.microsoft.com/office/powerpoint/2010/main" val="2235062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3CA03-801F-B042-A4A3-33ACE0999354}"/>
              </a:ext>
            </a:extLst>
          </p:cNvPr>
          <p:cNvSpPr>
            <a:spLocks noGrp="1"/>
          </p:cNvSpPr>
          <p:nvPr>
            <p:ph type="title"/>
          </p:nvPr>
        </p:nvSpPr>
        <p:spPr/>
        <p:txBody>
          <a:bodyPr/>
          <a:lstStyle/>
          <a:p>
            <a:r>
              <a:rPr sz="3000" b="1">
                <a:solidFill>
                  <a:srgbClr val="0E2841"/>
                </a:solidFill>
                <a:latin typeface="Cambria"/>
              </a:rPr>
              <a:t>Cleaning, Merging &amp; Harmonization</a:t>
            </a:r>
          </a:p>
        </p:txBody>
      </p:sp>
      <p:sp>
        <p:nvSpPr>
          <p:cNvPr id="3" name="Rounded Rectangle 2"/>
          <p:cNvSpPr/>
          <p:nvPr/>
        </p:nvSpPr>
        <p:spPr>
          <a:xfrm>
            <a:off x="457200" y="1417320"/>
            <a:ext cx="5394960"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4-CHECK DATA CLEANSING</a:t>
            </a:r>
          </a:p>
        </p:txBody>
      </p:sp>
      <p:sp>
        <p:nvSpPr>
          <p:cNvPr id="4" name="Rounded Rectangle 3"/>
          <p:cNvSpPr/>
          <p:nvPr/>
        </p:nvSpPr>
        <p:spPr>
          <a:xfrm>
            <a:off x="6336792" y="1417320"/>
            <a:ext cx="5394960"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LONGITUDINAL WARD HARMONIZATION</a:t>
            </a:r>
          </a:p>
        </p:txBody>
      </p:sp>
      <p:sp>
        <p:nvSpPr>
          <p:cNvPr id="5" name="TextBox 4"/>
          <p:cNvSpPr txBox="1"/>
          <p:nvPr/>
        </p:nvSpPr>
        <p:spPr>
          <a:xfrm>
            <a:off x="457200" y="2039112"/>
            <a:ext cx="5394960" cy="4389120"/>
          </a:xfrm>
          <a:prstGeom prst="rect">
            <a:avLst/>
          </a:prstGeom>
          <a:noFill/>
        </p:spPr>
        <p:txBody>
          <a:bodyPr wrap="square" lIns="0" tIns="0" rIns="0" bIns="0" anchor="t">
            <a:spAutoFit/>
          </a:bodyPr>
          <a:lstStyle/>
          <a:p>
            <a:pPr marL="177800" indent="-177800" algn="l">
              <a:spcBef>
                <a:spcPts val="0"/>
              </a:spcBef>
              <a:spcAft>
                <a:spcPts val="1400"/>
              </a:spcAft>
              <a:buFont typeface="Arial"/>
              <a:buChar char="•"/>
            </a:pPr>
            <a:r>
              <a:rPr sz="1350" b="1" i="0">
                <a:solidFill>
                  <a:srgbClr val="0E2841"/>
                </a:solidFill>
                <a:latin typeface="Calibri"/>
              </a:rPr>
              <a:t>Missing Values: </a:t>
            </a:r>
            <a:r>
              <a:rPr sz="1350" b="0" i="0">
                <a:solidFill>
                  <a:srgbClr val="222222"/>
                </a:solidFill>
                <a:latin typeface="Calibri"/>
              </a:rPr>
              <a:t>Identifying and resolving structural vs. incidental null values.</a:t>
            </a:r>
          </a:p>
          <a:p>
            <a:pPr marL="177800" indent="-177800" algn="l">
              <a:spcBef>
                <a:spcPts val="0"/>
              </a:spcBef>
              <a:spcAft>
                <a:spcPts val="1400"/>
              </a:spcAft>
              <a:buFont typeface="Arial"/>
              <a:buChar char="•"/>
            </a:pPr>
            <a:r>
              <a:rPr sz="1350" b="1" i="0">
                <a:solidFill>
                  <a:srgbClr val="0E2841"/>
                </a:solidFill>
                <a:latin typeface="Calibri"/>
              </a:rPr>
              <a:t>Inconsistent Formats: </a:t>
            </a:r>
            <a:r>
              <a:rPr sz="1350" b="0" i="0">
                <a:solidFill>
                  <a:srgbClr val="222222"/>
                </a:solidFill>
                <a:latin typeface="Calibri"/>
              </a:rPr>
              <a:t>Standardizing column naming conventions (PascalCase/snake_case), normalizing ward codes to 8-digit integers, and converting percentages.</a:t>
            </a:r>
          </a:p>
          <a:p>
            <a:pPr marL="177800" indent="-177800" algn="l">
              <a:spcBef>
                <a:spcPts val="0"/>
              </a:spcBef>
              <a:spcAft>
                <a:spcPts val="1400"/>
              </a:spcAft>
              <a:buFont typeface="Arial"/>
              <a:buChar char="•"/>
            </a:pPr>
            <a:r>
              <a:rPr sz="1350" b="1" i="0">
                <a:solidFill>
                  <a:srgbClr val="0E2841"/>
                </a:solidFill>
                <a:latin typeface="Calibri"/>
              </a:rPr>
              <a:t>Wrong Data Types: </a:t>
            </a:r>
            <a:r>
              <a:rPr sz="1350" b="0" i="0">
                <a:solidFill>
                  <a:srgbClr val="222222"/>
                </a:solidFill>
                <a:latin typeface="Calibri"/>
              </a:rPr>
              <a:t>Enforcing strict casting of vote tallies to integers, rates to floats, and ward identifiers to consistent types.</a:t>
            </a:r>
          </a:p>
          <a:p>
            <a:pPr marL="177800" indent="-177800" algn="l">
              <a:spcBef>
                <a:spcPts val="0"/>
              </a:spcBef>
              <a:spcAft>
                <a:spcPts val="1400"/>
              </a:spcAft>
              <a:buFont typeface="Arial"/>
              <a:buChar char="•"/>
            </a:pPr>
            <a:r>
              <a:rPr sz="1350" b="1" i="0">
                <a:solidFill>
                  <a:srgbClr val="0E2841"/>
                </a:solidFill>
                <a:latin typeface="Calibri"/>
              </a:rPr>
              <a:t>Duplicates &amp; Junk Rows: </a:t>
            </a:r>
            <a:r>
              <a:rPr sz="1350" b="0" i="0">
                <a:solidFill>
                  <a:srgbClr val="222222"/>
                </a:solidFill>
                <a:latin typeface="Calibri"/>
              </a:rPr>
              <a:t>Pruning provincial aggregate summary rows, repeated headers, and malformed empty entries.</a:t>
            </a:r>
          </a:p>
        </p:txBody>
      </p:sp>
      <p:sp>
        <p:nvSpPr>
          <p:cNvPr id="6" name="TextBox 5"/>
          <p:cNvSpPr txBox="1"/>
          <p:nvPr/>
        </p:nvSpPr>
        <p:spPr>
          <a:xfrm>
            <a:off x="6336792" y="2039112"/>
            <a:ext cx="5394960" cy="4389120"/>
          </a:xfrm>
          <a:prstGeom prst="rect">
            <a:avLst/>
          </a:prstGeom>
          <a:noFill/>
        </p:spPr>
        <p:txBody>
          <a:bodyPr wrap="square" lIns="0" tIns="0" rIns="0" bIns="0" anchor="t">
            <a:spAutoFit/>
          </a:bodyPr>
          <a:lstStyle/>
          <a:p>
            <a:pPr marL="177800" indent="-177800" algn="l">
              <a:lnSpc>
                <a:spcPct val="110000"/>
              </a:lnSpc>
              <a:spcBef>
                <a:spcPts val="0"/>
              </a:spcBef>
              <a:spcAft>
                <a:spcPts val="1400"/>
              </a:spcAft>
              <a:buFont typeface="Arial"/>
              <a:buChar char="•"/>
            </a:pPr>
            <a:r>
              <a:rPr sz="1350" b="0" i="0">
                <a:solidFill>
                  <a:srgbClr val="222222"/>
                </a:solidFill>
                <a:latin typeface="Calibri"/>
              </a:rPr>
              <a:t>Implements geographic boundary harmonization by projecting historical Voting District (VD) results from 2000, 2006, 2011, and 2016 into the official 2021 Municipal Demarcation Board (MDB) reference wards.</a:t>
            </a:r>
          </a:p>
          <a:p>
            <a:pPr marL="177800" indent="-177800" algn="l">
              <a:lnSpc>
                <a:spcPct val="110000"/>
              </a:lnSpc>
              <a:spcBef>
                <a:spcPts val="0"/>
              </a:spcBef>
              <a:spcAft>
                <a:spcPts val="1400"/>
              </a:spcAft>
              <a:buFont typeface="Arial"/>
              <a:buChar char="•"/>
            </a:pPr>
            <a:r>
              <a:rPr sz="1350" b="0" i="0">
                <a:solidFill>
                  <a:srgbClr val="222222"/>
                </a:solidFill>
                <a:latin typeface="Calibri"/>
              </a:rPr>
              <a:t>South African ward boundaries are redrawn by the MDB prior to every local government election; wards split, merge, and shift across municipal borders.</a:t>
            </a:r>
          </a:p>
          <a:p>
            <a:pPr marL="177800" indent="-177800" algn="l">
              <a:lnSpc>
                <a:spcPct val="110000"/>
              </a:lnSpc>
              <a:spcBef>
                <a:spcPts val="0"/>
              </a:spcBef>
              <a:spcAft>
                <a:spcPts val="1400"/>
              </a:spcAft>
              <a:buFont typeface="Arial"/>
              <a:buChar char="•"/>
            </a:pPr>
            <a:r>
              <a:rPr sz="1350" b="0" i="0">
                <a:solidFill>
                  <a:srgbClr val="222222"/>
                </a:solidFill>
                <a:latin typeface="Calibri"/>
              </a:rPr>
              <a:t>Using the crosswalk, VD-level votes cast and registered voters from each historical election are aggregated into 2021 reference boundaries, establishing a scientifically valid 5-election panel.</a:t>
            </a:r>
          </a:p>
        </p:txBody>
      </p:sp>
      <p:sp>
        <p:nvSpPr>
          <p:cNvPr id="7" name="Rounded Rectangle 6"/>
          <p:cNvSpPr/>
          <p:nvPr/>
        </p:nvSpPr>
        <p:spPr>
          <a:xfrm>
            <a:off x="6336792" y="5074920"/>
            <a:ext cx="5394960" cy="10058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46520" y="5074920"/>
            <a:ext cx="5175504" cy="1005840"/>
          </a:xfrm>
          <a:prstGeom prst="rect">
            <a:avLst/>
          </a:prstGeom>
          <a:noFill/>
        </p:spPr>
        <p:txBody>
          <a:bodyPr wrap="square" lIns="0" tIns="0" rIns="0" bIns="0" anchor="ctr">
            <a:spAutoFit/>
          </a:bodyPr>
          <a:lstStyle/>
          <a:p>
            <a:pPr algn="ctr">
              <a:spcBef>
                <a:spcPts val="0"/>
              </a:spcBef>
              <a:spcAft>
                <a:spcPts val="200"/>
              </a:spcAft>
              <a:buNone/>
            </a:pPr>
            <a:r>
              <a:rPr sz="2400" b="1" i="0">
                <a:solidFill>
                  <a:srgbClr val="D99B00"/>
                </a:solidFill>
                <a:latin typeface="Calibri"/>
              </a:rPr>
              <a:t>4,462 records</a:t>
            </a:r>
          </a:p>
          <a:p>
            <a:pPr algn="ctr">
              <a:spcBef>
                <a:spcPts val="0"/>
              </a:spcBef>
              <a:spcAft>
                <a:spcPts val="0"/>
              </a:spcAft>
              <a:buNone/>
            </a:pPr>
            <a:r>
              <a:rPr sz="1100" b="0" i="0">
                <a:solidFill>
                  <a:srgbClr val="445563"/>
                </a:solidFill>
                <a:latin typeface="Calibri"/>
              </a:rPr>
              <a:t>Dataset (a): unified ward historical training panel, 2000–2021</a:t>
            </a:r>
          </a:p>
        </p:txBody>
      </p:sp>
    </p:spTree>
    <p:extLst>
      <p:ext uri="{BB962C8B-B14F-4D97-AF65-F5344CB8AC3E}">
        <p14:creationId xmlns:p14="http://schemas.microsoft.com/office/powerpoint/2010/main" val="258535522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3BAEA-55DF-81B4-C8EF-2E096870483B}"/>
              </a:ext>
            </a:extLst>
          </p:cNvPr>
          <p:cNvSpPr>
            <a:spLocks noGrp="1"/>
          </p:cNvSpPr>
          <p:nvPr>
            <p:ph type="title"/>
          </p:nvPr>
        </p:nvSpPr>
        <p:spPr/>
        <p:txBody>
          <a:bodyPr/>
          <a:lstStyle/>
          <a:p>
            <a:r>
              <a:rPr sz="3000" b="1">
                <a:solidFill>
                  <a:srgbClr val="0E2841"/>
                </a:solidFill>
                <a:latin typeface="Cambria"/>
              </a:rPr>
              <a:t>EDA &amp; Visualisation</a:t>
            </a:r>
          </a:p>
        </p:txBody>
      </p:sp>
      <p:sp>
        <p:nvSpPr>
          <p:cNvPr id="3" name="Rounded Rectangle 2"/>
          <p:cNvSpPr/>
          <p:nvPr/>
        </p:nvSpPr>
        <p:spPr>
          <a:xfrm>
            <a:off x="457200" y="1417320"/>
            <a:ext cx="11274552"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LONGITUDINAL TURNOUT TRAJECTORY (2000–2021)</a:t>
            </a:r>
          </a:p>
        </p:txBody>
      </p:sp>
      <p:sp>
        <p:nvSpPr>
          <p:cNvPr id="12" name="Rounded Rectangle 11"/>
          <p:cNvSpPr/>
          <p:nvPr/>
        </p:nvSpPr>
        <p:spPr>
          <a:xfrm>
            <a:off x="457200" y="4146232"/>
            <a:ext cx="11274552"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FEATURE CORRELATION HEATMAP</a:t>
            </a:r>
          </a:p>
        </p:txBody>
      </p:sp>
      <p:sp>
        <p:nvSpPr>
          <p:cNvPr id="13" name="TextBox 12"/>
          <p:cNvSpPr txBox="1"/>
          <p:nvPr/>
        </p:nvSpPr>
        <p:spPr>
          <a:xfrm>
            <a:off x="457200" y="6335144"/>
            <a:ext cx="11274552" cy="480000"/>
          </a:xfrm>
          <a:prstGeom prst="rect">
            <a:avLst/>
          </a:prstGeom>
          <a:noFill/>
        </p:spPr>
        <p:txBody>
          <a:bodyPr wrap="square" lIns="0" tIns="0" rIns="0" bIns="0" anchor="t">
            <a:spAutoFit/>
          </a:bodyPr>
          <a:lstStyle/>
          <a:p>
            <a:pPr algn="l">
              <a:lnSpc>
                <a:spcPct val="115000"/>
              </a:lnSpc>
              <a:spcBef>
                <a:spcPts val="0"/>
              </a:spcBef>
              <a:spcAft>
                <a:spcPts val="0"/>
              </a:spcAft>
              <a:buNone/>
            </a:pPr>
            <a:r>
              <a:rPr sz="1200" b="0" i="1" dirty="0" err="1">
                <a:solidFill>
                  <a:srgbClr val="222222"/>
                </a:solidFill>
                <a:latin typeface="Calibri"/>
              </a:rPr>
              <a:t>TurnoutRate</a:t>
            </a:r>
            <a:r>
              <a:rPr sz="1200" b="0" i="1" dirty="0">
                <a:solidFill>
                  <a:srgbClr val="222222"/>
                </a:solidFill>
                <a:latin typeface="Calibri"/>
              </a:rPr>
              <a:t> correlates most strongly with </a:t>
            </a:r>
            <a:r>
              <a:rPr sz="1200" b="0" i="1" dirty="0" err="1">
                <a:solidFill>
                  <a:srgbClr val="222222"/>
                </a:solidFill>
                <a:latin typeface="Calibri"/>
              </a:rPr>
              <a:t>PreviousTurnout</a:t>
            </a:r>
            <a:r>
              <a:rPr sz="1200" b="0" i="1" dirty="0">
                <a:solidFill>
                  <a:srgbClr val="222222"/>
                </a:solidFill>
                <a:latin typeface="Calibri"/>
              </a:rPr>
              <a:t> (r = 0.471); </a:t>
            </a:r>
            <a:r>
              <a:rPr sz="1200" b="0" i="1" dirty="0" err="1">
                <a:solidFill>
                  <a:srgbClr val="222222"/>
                </a:solidFill>
                <a:latin typeface="Calibri"/>
              </a:rPr>
              <a:t>SafeProvincialAverageTurnout</a:t>
            </a:r>
            <a:r>
              <a:rPr sz="1200" b="0" i="1" dirty="0">
                <a:solidFill>
                  <a:srgbClr val="222222"/>
                </a:solidFill>
                <a:latin typeface="Calibri"/>
              </a:rPr>
              <a:t> has a weaker direct link (r = 0.155) but tracks </a:t>
            </a:r>
            <a:r>
              <a:rPr sz="1200" b="0" i="1" dirty="0" err="1">
                <a:solidFill>
                  <a:srgbClr val="222222"/>
                </a:solidFill>
                <a:latin typeface="Calibri"/>
              </a:rPr>
              <a:t>PreviousTurnout</a:t>
            </a:r>
            <a:r>
              <a:rPr sz="1200" b="0" i="1" dirty="0">
                <a:solidFill>
                  <a:srgbClr val="222222"/>
                </a:solidFill>
                <a:latin typeface="Calibri"/>
              </a:rPr>
              <a:t> closely (r = 0.569) — explaining why both features dominate the trained model despite differing raw correlations with turnout itself.</a:t>
            </a:r>
          </a:p>
        </p:txBody>
      </p:sp>
      <p:pic>
        <p:nvPicPr>
          <p:cNvPr id="14" name="Picture 13" descr="cell14_0.png"/>
          <p:cNvPicPr>
            <a:picLocks noChangeAspect="1"/>
          </p:cNvPicPr>
          <p:nvPr/>
        </p:nvPicPr>
        <p:blipFill>
          <a:blip r:embed="rId2"/>
          <a:stretch>
            <a:fillRect/>
          </a:stretch>
        </p:blipFill>
        <p:spPr>
          <a:xfrm>
            <a:off x="3854370" y="1916232"/>
            <a:ext cx="4155311" cy="1690000"/>
          </a:xfrm>
          <a:prstGeom prst="rect">
            <a:avLst/>
          </a:prstGeom>
        </p:spPr>
      </p:pic>
      <p:sp>
        <p:nvSpPr>
          <p:cNvPr id="15" name="TextBox 14"/>
          <p:cNvSpPr txBox="1"/>
          <p:nvPr/>
        </p:nvSpPr>
        <p:spPr>
          <a:xfrm>
            <a:off x="457200" y="3566232"/>
            <a:ext cx="11274552" cy="480000"/>
          </a:xfrm>
          <a:prstGeom prst="rect">
            <a:avLst/>
          </a:prstGeom>
          <a:noFill/>
        </p:spPr>
        <p:txBody>
          <a:bodyPr wrap="square">
            <a:spAutoFit/>
          </a:bodyPr>
          <a:lstStyle/>
          <a:p>
            <a:r>
              <a:rPr sz="1200" i="1">
                <a:solidFill>
                  <a:srgbClr val="445563"/>
                </a:solidFill>
              </a:rPr>
              <a:t>KZN local turnout climbed from 41.1% (2000) to a peak of 61.3% in 2011, then fell 11.8 percentage points to 49.5% by 2021 — an acute, province-wide reversal in participation.</a:t>
            </a:r>
          </a:p>
        </p:txBody>
      </p:sp>
      <p:pic>
        <p:nvPicPr>
          <p:cNvPr id="16" name="Picture 15" descr="cell16_0.png"/>
          <p:cNvPicPr>
            <a:picLocks noChangeAspect="1"/>
          </p:cNvPicPr>
          <p:nvPr/>
        </p:nvPicPr>
        <p:blipFill>
          <a:blip r:embed="rId3"/>
          <a:stretch>
            <a:fillRect/>
          </a:stretch>
        </p:blipFill>
        <p:spPr>
          <a:xfrm>
            <a:off x="4259484" y="4685144"/>
            <a:ext cx="3102015" cy="1600000"/>
          </a:xfrm>
          <a:prstGeom prst="rect">
            <a:avLst/>
          </a:prstGeom>
        </p:spPr>
      </p:pic>
    </p:spTree>
    <p:extLst>
      <p:ext uri="{BB962C8B-B14F-4D97-AF65-F5344CB8AC3E}">
        <p14:creationId xmlns:p14="http://schemas.microsoft.com/office/powerpoint/2010/main" val="5278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CF61A-441B-D024-D667-614A12C44450}"/>
              </a:ext>
            </a:extLst>
          </p:cNvPr>
          <p:cNvSpPr>
            <a:spLocks noGrp="1"/>
          </p:cNvSpPr>
          <p:nvPr>
            <p:ph type="title"/>
          </p:nvPr>
        </p:nvSpPr>
        <p:spPr/>
        <p:txBody>
          <a:bodyPr/>
          <a:lstStyle/>
          <a:p>
            <a:r>
              <a:rPr sz="3000" b="1">
                <a:solidFill>
                  <a:srgbClr val="0E2841"/>
                </a:solidFill>
                <a:latin typeface="Cambria"/>
              </a:rPr>
              <a:t>Feature Engineering &amp; Importance</a:t>
            </a:r>
          </a:p>
        </p:txBody>
      </p:sp>
      <p:sp>
        <p:nvSpPr>
          <p:cNvPr id="3" name="Rounded Rectangle 2"/>
          <p:cNvSpPr/>
          <p:nvPr/>
        </p:nvSpPr>
        <p:spPr>
          <a:xfrm>
            <a:off x="457200" y="1463040"/>
            <a:ext cx="5394960" cy="457200"/>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FEATURE ENGINEERING</a:t>
            </a:r>
          </a:p>
        </p:txBody>
      </p:sp>
      <p:sp>
        <p:nvSpPr>
          <p:cNvPr id="4" name="Rounded Rectangle 3"/>
          <p:cNvSpPr/>
          <p:nvPr/>
        </p:nvSpPr>
        <p:spPr>
          <a:xfrm>
            <a:off x="6336792" y="1463040"/>
            <a:ext cx="5394960" cy="457200"/>
          </a:xfrm>
          <a:prstGeom prst="roundRect">
            <a:avLst>
              <a:gd name="adj" fmla="val 18000"/>
            </a:avLst>
          </a:prstGeom>
          <a:solidFill>
            <a:srgbClr val="D99B0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FEATURE IMPORTANCE &amp; INSIGHTS</a:t>
            </a:r>
          </a:p>
        </p:txBody>
      </p:sp>
      <p:sp>
        <p:nvSpPr>
          <p:cNvPr id="5" name="Rounded Rectangle 4"/>
          <p:cNvSpPr/>
          <p:nvPr/>
        </p:nvSpPr>
        <p:spPr>
          <a:xfrm>
            <a:off x="457200" y="2029968"/>
            <a:ext cx="5394960" cy="4572000"/>
          </a:xfrm>
          <a:prstGeom prst="roundRect">
            <a:avLst>
              <a:gd name="adj" fmla="val 3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36792" y="2029968"/>
            <a:ext cx="5394960" cy="4572000"/>
          </a:xfrm>
          <a:prstGeom prst="roundRect">
            <a:avLst>
              <a:gd name="adj" fmla="val 3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167128"/>
            <a:ext cx="5029200" cy="4297680"/>
          </a:xfrm>
          <a:prstGeom prst="rect">
            <a:avLst/>
          </a:prstGeom>
          <a:noFill/>
        </p:spPr>
        <p:txBody>
          <a:bodyPr wrap="square" lIns="0" tIns="0" rIns="0" bIns="0" anchor="t">
            <a:spAutoFit/>
          </a:bodyPr>
          <a:lstStyle/>
          <a:p>
            <a:pPr marL="177800" indent="-177800" algn="l">
              <a:lnSpc>
                <a:spcPct val="105000"/>
              </a:lnSpc>
              <a:spcBef>
                <a:spcPts val="0"/>
              </a:spcBef>
              <a:spcAft>
                <a:spcPts val="1200"/>
              </a:spcAft>
              <a:buFont typeface="Arial"/>
              <a:buChar char="•"/>
            </a:pPr>
            <a:r>
              <a:rPr sz="1300" b="0" i="0">
                <a:solidFill>
                  <a:srgbClr val="222222"/>
                </a:solidFill>
                <a:latin typeface="Calibri"/>
              </a:rPr>
              <a:t>Target Variable: TurnoutRate = Total Votes Cast ÷ Registered Voters × 100, engineered from the harmonized historical ward panel.</a:t>
            </a:r>
          </a:p>
          <a:p>
            <a:pPr marL="177800" indent="-177800" algn="l">
              <a:lnSpc>
                <a:spcPct val="105000"/>
              </a:lnSpc>
              <a:spcBef>
                <a:spcPts val="0"/>
              </a:spcBef>
              <a:spcAft>
                <a:spcPts val="1200"/>
              </a:spcAft>
              <a:buFont typeface="Arial"/>
              <a:buChar char="•"/>
            </a:pPr>
            <a:r>
              <a:rPr sz="1300" b="0" i="0">
                <a:solidFill>
                  <a:srgbClr val="222222"/>
                </a:solidFill>
                <a:latin typeface="Calibri"/>
              </a:rPr>
              <a:t>Lagged predictors — PreviousTurnout and PreviousRegistered — capture each ward's behaviour in the prior election (t−1), the strongest available signal of future turnout.</a:t>
            </a:r>
          </a:p>
          <a:p>
            <a:pPr marL="177800" indent="-177800" algn="l">
              <a:lnSpc>
                <a:spcPct val="105000"/>
              </a:lnSpc>
              <a:spcBef>
                <a:spcPts val="0"/>
              </a:spcBef>
              <a:spcAft>
                <a:spcPts val="1200"/>
              </a:spcAft>
              <a:buFont typeface="Arial"/>
              <a:buChar char="•"/>
            </a:pPr>
            <a:r>
              <a:rPr sz="1300" b="0" i="0">
                <a:solidFill>
                  <a:srgbClr val="222222"/>
                </a:solidFill>
                <a:latin typeface="Calibri"/>
              </a:rPr>
              <a:t>RegisteredVotersChange and RegistrationGrowth track voter-roll expansion between elections, since newly registered voters consistently turn out at lower rates.</a:t>
            </a:r>
          </a:p>
          <a:p>
            <a:pPr marL="177800" indent="-177800" algn="l">
              <a:lnSpc>
                <a:spcPct val="105000"/>
              </a:lnSpc>
              <a:spcBef>
                <a:spcPts val="0"/>
              </a:spcBef>
              <a:spcAft>
                <a:spcPts val="1200"/>
              </a:spcAft>
              <a:buFont typeface="Arial"/>
              <a:buChar char="•"/>
            </a:pPr>
            <a:r>
              <a:rPr sz="1300" b="0" i="0">
                <a:solidFill>
                  <a:srgbClr val="222222"/>
                </a:solidFill>
                <a:latin typeface="Calibri"/>
              </a:rPr>
              <a:t>Strict leakage prevention: current-year ProvincialAverageTurnout is replaced with SafeProvincialAverageTurnout, strictly lagged to t−1, so the model never sees the election it is predicting.</a:t>
            </a:r>
          </a:p>
        </p:txBody>
      </p:sp>
      <p:sp>
        <p:nvSpPr>
          <p:cNvPr id="8" name="TextBox 7"/>
          <p:cNvSpPr txBox="1"/>
          <p:nvPr/>
        </p:nvSpPr>
        <p:spPr>
          <a:xfrm>
            <a:off x="6519672" y="2167128"/>
            <a:ext cx="5029200" cy="4297680"/>
          </a:xfrm>
          <a:prstGeom prst="rect">
            <a:avLst/>
          </a:prstGeom>
          <a:noFill/>
        </p:spPr>
        <p:txBody>
          <a:bodyPr wrap="square" lIns="0" tIns="0" rIns="0" bIns="0" anchor="t">
            <a:spAutoFit/>
          </a:bodyPr>
          <a:lstStyle/>
          <a:p>
            <a:pPr marL="177800" indent="-177800" algn="l">
              <a:lnSpc>
                <a:spcPct val="105000"/>
              </a:lnSpc>
              <a:spcBef>
                <a:spcPts val="0"/>
              </a:spcBef>
              <a:spcAft>
                <a:spcPts val="1200"/>
              </a:spcAft>
              <a:buFont typeface="Arial"/>
              <a:buChar char="•"/>
            </a:pPr>
            <a:r>
              <a:rPr sz="1300" b="0" i="0">
                <a:solidFill>
                  <a:srgbClr val="222222"/>
                </a:solidFill>
                <a:latin typeface="Calibri"/>
              </a:rPr>
              <a:t>Gini-impurity feature importance ranking from the winning Random Forest model:</a:t>
            </a:r>
          </a:p>
        </p:txBody>
      </p:sp>
      <p:pic>
        <p:nvPicPr>
          <p:cNvPr id="9" name="Picture 8" descr="cell28_0.png"/>
          <p:cNvPicPr>
            <a:picLocks noChangeAspect="1"/>
          </p:cNvPicPr>
          <p:nvPr/>
        </p:nvPicPr>
        <p:blipFill>
          <a:blip r:embed="rId2"/>
          <a:stretch>
            <a:fillRect/>
          </a:stretch>
        </p:blipFill>
        <p:spPr>
          <a:xfrm>
            <a:off x="6519672" y="2667128"/>
            <a:ext cx="5029200" cy="2483962"/>
          </a:xfrm>
          <a:prstGeom prst="rect">
            <a:avLst/>
          </a:prstGeom>
        </p:spPr>
      </p:pic>
      <p:sp>
        <p:nvSpPr>
          <p:cNvPr id="10" name="TextBox 9"/>
          <p:cNvSpPr txBox="1"/>
          <p:nvPr/>
        </p:nvSpPr>
        <p:spPr>
          <a:xfrm>
            <a:off x="6519672" y="5301090"/>
            <a:ext cx="5029200" cy="1163718"/>
          </a:xfrm>
          <a:prstGeom prst="rect">
            <a:avLst/>
          </a:prstGeom>
          <a:noFill/>
        </p:spPr>
        <p:txBody>
          <a:bodyPr wrap="square">
            <a:spAutoFit/>
          </a:bodyPr>
          <a:lstStyle/>
          <a:p>
            <a:r>
              <a:rPr sz="1300" i="1">
                <a:solidFill>
                  <a:srgbClr val="445563"/>
                </a:solidFill>
              </a:rPr>
              <a:t>Turnout forecasting is governed overwhelmingly by two forces — provincial momentum (SafeProvincialAverageTurnout: 46.3%) and hyper-local persistence (PreviousTurnout: 43.3%) — followed by voter-roll change signals.</a:t>
            </a:r>
          </a:p>
        </p:txBody>
      </p:sp>
    </p:spTree>
    <p:extLst>
      <p:ext uri="{BB962C8B-B14F-4D97-AF65-F5344CB8AC3E}">
        <p14:creationId xmlns:p14="http://schemas.microsoft.com/office/powerpoint/2010/main" val="399160250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AB13B-D23D-4AD8-404E-92836635C52F}"/>
              </a:ext>
            </a:extLst>
          </p:cNvPr>
          <p:cNvSpPr>
            <a:spLocks noGrp="1"/>
          </p:cNvSpPr>
          <p:nvPr>
            <p:ph type="title"/>
          </p:nvPr>
        </p:nvSpPr>
        <p:spPr>
          <a:xfrm>
            <a:off x="457200" y="183196"/>
            <a:ext cx="10515600" cy="1325563"/>
          </a:xfrm>
        </p:spPr>
        <p:txBody>
          <a:bodyPr/>
          <a:lstStyle/>
          <a:p>
            <a:r>
              <a:rPr sz="3000" b="1" dirty="0">
                <a:solidFill>
                  <a:srgbClr val="0E2841"/>
                </a:solidFill>
                <a:latin typeface="Cambria"/>
              </a:rPr>
              <a:t>Model &amp; Results</a:t>
            </a:r>
          </a:p>
        </p:txBody>
      </p:sp>
      <p:sp>
        <p:nvSpPr>
          <p:cNvPr id="3" name="TextBox 2"/>
          <p:cNvSpPr txBox="1"/>
          <p:nvPr/>
        </p:nvSpPr>
        <p:spPr>
          <a:xfrm>
            <a:off x="457200" y="1371600"/>
            <a:ext cx="11274552" cy="457200"/>
          </a:xfrm>
          <a:prstGeom prst="rect">
            <a:avLst/>
          </a:prstGeom>
          <a:noFill/>
        </p:spPr>
        <p:txBody>
          <a:bodyPr wrap="square" lIns="0" tIns="0" rIns="0" bIns="0" anchor="t">
            <a:spAutoFit/>
          </a:bodyPr>
          <a:lstStyle/>
          <a:p>
            <a:pPr algn="l">
              <a:spcBef>
                <a:spcPts val="0"/>
              </a:spcBef>
              <a:spcAft>
                <a:spcPts val="0"/>
              </a:spcAft>
              <a:buNone/>
            </a:pPr>
            <a:r>
              <a:rPr sz="1300" b="0" i="1">
                <a:solidFill>
                  <a:srgbClr val="445563"/>
                </a:solidFill>
                <a:latin typeface="Calibri"/>
              </a:rPr>
              <a:t>Held-out test: 901 KZN wards, 2021 election (strict temporal train/test split)</a:t>
            </a:r>
          </a:p>
        </p:txBody>
      </p:sp>
      <p:graphicFrame>
        <p:nvGraphicFramePr>
          <p:cNvPr id="4" name="Table 3"/>
          <p:cNvGraphicFramePr>
            <a:graphicFrameLocks noGrp="1"/>
          </p:cNvGraphicFramePr>
          <p:nvPr/>
        </p:nvGraphicFramePr>
        <p:xfrm>
          <a:off x="457200" y="1874519"/>
          <a:ext cx="11274552" cy="1737360"/>
        </p:xfrm>
        <a:graphic>
          <a:graphicData uri="http://schemas.openxmlformats.org/drawingml/2006/table">
            <a:tbl>
              <a:tblPr firstRow="1" bandRow="1">
                <a:tableStyleId>{5C22544A-7EE6-4342-B048-85BDC9FD1C3A}</a:tableStyleId>
              </a:tblPr>
              <a:tblGrid>
                <a:gridCol w="4846320">
                  <a:extLst>
                    <a:ext uri="{9D8B030D-6E8A-4147-A177-3AD203B41FA5}">
                      <a16:colId xmlns:a16="http://schemas.microsoft.com/office/drawing/2014/main" val="20000"/>
                    </a:ext>
                  </a:extLst>
                </a:gridCol>
                <a:gridCol w="2139696">
                  <a:extLst>
                    <a:ext uri="{9D8B030D-6E8A-4147-A177-3AD203B41FA5}">
                      <a16:colId xmlns:a16="http://schemas.microsoft.com/office/drawing/2014/main" val="20001"/>
                    </a:ext>
                  </a:extLst>
                </a:gridCol>
                <a:gridCol w="2139696">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434340">
                <a:tc>
                  <a:txBody>
                    <a:bodyPr/>
                    <a:lstStyle/>
                    <a:p>
                      <a:pPr algn="l"/>
                      <a:r>
                        <a:rPr sz="1400" b="1">
                          <a:solidFill>
                            <a:srgbClr val="FFFFFF"/>
                          </a:solidFill>
                          <a:latin typeface="Calibri"/>
                        </a:rPr>
                        <a:t>Model</a:t>
                      </a:r>
                    </a:p>
                  </a:txBody>
                  <a:tcPr anchor="ctr">
                    <a:solidFill>
                      <a:srgbClr val="0E2841"/>
                    </a:solidFill>
                  </a:tcPr>
                </a:tc>
                <a:tc>
                  <a:txBody>
                    <a:bodyPr/>
                    <a:lstStyle/>
                    <a:p>
                      <a:pPr algn="l"/>
                      <a:r>
                        <a:rPr sz="1400" b="1">
                          <a:solidFill>
                            <a:srgbClr val="FFFFFF"/>
                          </a:solidFill>
                          <a:latin typeface="Calibri"/>
                        </a:rPr>
                        <a:t>MAE</a:t>
                      </a:r>
                    </a:p>
                  </a:txBody>
                  <a:tcPr anchor="ctr">
                    <a:solidFill>
                      <a:srgbClr val="0E2841"/>
                    </a:solidFill>
                  </a:tcPr>
                </a:tc>
                <a:tc>
                  <a:txBody>
                    <a:bodyPr/>
                    <a:lstStyle/>
                    <a:p>
                      <a:pPr algn="l"/>
                      <a:r>
                        <a:rPr sz="1400" b="1">
                          <a:solidFill>
                            <a:srgbClr val="FFFFFF"/>
                          </a:solidFill>
                          <a:latin typeface="Calibri"/>
                        </a:rPr>
                        <a:t>RMSE</a:t>
                      </a:r>
                    </a:p>
                  </a:txBody>
                  <a:tcPr anchor="ctr">
                    <a:solidFill>
                      <a:srgbClr val="0E2841"/>
                    </a:solidFill>
                  </a:tcPr>
                </a:tc>
                <a:tc>
                  <a:txBody>
                    <a:bodyPr/>
                    <a:lstStyle/>
                    <a:p>
                      <a:pPr algn="l"/>
                      <a:r>
                        <a:rPr sz="1400" b="1">
                          <a:solidFill>
                            <a:srgbClr val="FFFFFF"/>
                          </a:solidFill>
                          <a:latin typeface="Calibri"/>
                        </a:rPr>
                        <a:t>R²</a:t>
                      </a:r>
                    </a:p>
                  </a:txBody>
                  <a:tcPr anchor="ctr">
                    <a:solidFill>
                      <a:srgbClr val="0E2841"/>
                    </a:solidFill>
                  </a:tcPr>
                </a:tc>
                <a:extLst>
                  <a:ext uri="{0D108BD9-81ED-4DB2-BD59-A6C34878D82A}">
                    <a16:rowId xmlns:a16="http://schemas.microsoft.com/office/drawing/2014/main" val="10000"/>
                  </a:ext>
                </a:extLst>
              </a:tr>
              <a:tr h="434340">
                <a:tc>
                  <a:txBody>
                    <a:bodyPr/>
                    <a:lstStyle/>
                    <a:p>
                      <a:pPr algn="l"/>
                      <a:r>
                        <a:rPr sz="1350" b="0">
                          <a:solidFill>
                            <a:srgbClr val="222222"/>
                          </a:solidFill>
                          <a:latin typeface="Calibri"/>
                        </a:rPr>
                        <a:t>Naive Historical Persistence Baseline</a:t>
                      </a:r>
                    </a:p>
                  </a:txBody>
                  <a:tcPr anchor="ctr">
                    <a:solidFill>
                      <a:srgbClr val="FFFFFF"/>
                    </a:solidFill>
                  </a:tcPr>
                </a:tc>
                <a:tc>
                  <a:txBody>
                    <a:bodyPr/>
                    <a:lstStyle/>
                    <a:p>
                      <a:pPr algn="l"/>
                      <a:r>
                        <a:rPr sz="1350" b="0">
                          <a:solidFill>
                            <a:srgbClr val="222222"/>
                          </a:solidFill>
                          <a:latin typeface="Calibri"/>
                        </a:rPr>
                        <a:t>11.1404</a:t>
                      </a:r>
                    </a:p>
                  </a:txBody>
                  <a:tcPr anchor="ctr">
                    <a:solidFill>
                      <a:srgbClr val="FFFFFF"/>
                    </a:solidFill>
                  </a:tcPr>
                </a:tc>
                <a:tc>
                  <a:txBody>
                    <a:bodyPr/>
                    <a:lstStyle/>
                    <a:p>
                      <a:pPr algn="l"/>
                      <a:r>
                        <a:rPr sz="1350" b="0">
                          <a:solidFill>
                            <a:srgbClr val="222222"/>
                          </a:solidFill>
                          <a:latin typeface="Calibri"/>
                        </a:rPr>
                        <a:t>12.7010</a:t>
                      </a:r>
                    </a:p>
                  </a:txBody>
                  <a:tcPr anchor="ctr">
                    <a:solidFill>
                      <a:srgbClr val="FFFFFF"/>
                    </a:solidFill>
                  </a:tcPr>
                </a:tc>
                <a:tc>
                  <a:txBody>
                    <a:bodyPr/>
                    <a:lstStyle/>
                    <a:p>
                      <a:pPr algn="l"/>
                      <a:r>
                        <a:rPr sz="1350" b="0">
                          <a:solidFill>
                            <a:srgbClr val="222222"/>
                          </a:solidFill>
                          <a:latin typeface="Calibri"/>
                        </a:rPr>
                        <a:t>-1.6997</a:t>
                      </a:r>
                    </a:p>
                  </a:txBody>
                  <a:tcPr anchor="ctr">
                    <a:solidFill>
                      <a:srgbClr val="FFFFFF"/>
                    </a:solidFill>
                  </a:tcPr>
                </a:tc>
                <a:extLst>
                  <a:ext uri="{0D108BD9-81ED-4DB2-BD59-A6C34878D82A}">
                    <a16:rowId xmlns:a16="http://schemas.microsoft.com/office/drawing/2014/main" val="10001"/>
                  </a:ext>
                </a:extLst>
              </a:tr>
              <a:tr h="434340">
                <a:tc>
                  <a:txBody>
                    <a:bodyPr/>
                    <a:lstStyle/>
                    <a:p>
                      <a:pPr algn="l"/>
                      <a:r>
                        <a:rPr sz="1350" b="1">
                          <a:solidFill>
                            <a:srgbClr val="196B24"/>
                          </a:solidFill>
                          <a:latin typeface="Calibri"/>
                        </a:rPr>
                        <a:t>Random Forest (Ward History Features)</a:t>
                      </a:r>
                    </a:p>
                  </a:txBody>
                  <a:tcPr anchor="ctr">
                    <a:solidFill>
                      <a:srgbClr val="E8F3E9"/>
                    </a:solidFill>
                  </a:tcPr>
                </a:tc>
                <a:tc>
                  <a:txBody>
                    <a:bodyPr/>
                    <a:lstStyle/>
                    <a:p>
                      <a:pPr algn="l"/>
                      <a:r>
                        <a:rPr sz="1350" b="1">
                          <a:solidFill>
                            <a:srgbClr val="196B24"/>
                          </a:solidFill>
                          <a:latin typeface="Calibri"/>
                        </a:rPr>
                        <a:t>9.9802</a:t>
                      </a:r>
                    </a:p>
                  </a:txBody>
                  <a:tcPr anchor="ctr">
                    <a:solidFill>
                      <a:srgbClr val="E8F3E9"/>
                    </a:solidFill>
                  </a:tcPr>
                </a:tc>
                <a:tc>
                  <a:txBody>
                    <a:bodyPr/>
                    <a:lstStyle/>
                    <a:p>
                      <a:pPr algn="l"/>
                      <a:r>
                        <a:rPr sz="1350" b="1">
                          <a:solidFill>
                            <a:srgbClr val="196B24"/>
                          </a:solidFill>
                          <a:latin typeface="Calibri"/>
                        </a:rPr>
                        <a:t>11.7199</a:t>
                      </a:r>
                    </a:p>
                  </a:txBody>
                  <a:tcPr anchor="ctr">
                    <a:solidFill>
                      <a:srgbClr val="E8F3E9"/>
                    </a:solidFill>
                  </a:tcPr>
                </a:tc>
                <a:tc>
                  <a:txBody>
                    <a:bodyPr/>
                    <a:lstStyle/>
                    <a:p>
                      <a:pPr algn="l"/>
                      <a:r>
                        <a:rPr sz="1350" b="1">
                          <a:solidFill>
                            <a:srgbClr val="196B24"/>
                          </a:solidFill>
                          <a:latin typeface="Calibri"/>
                        </a:rPr>
                        <a:t>-1.2988</a:t>
                      </a:r>
                    </a:p>
                  </a:txBody>
                  <a:tcPr anchor="ctr">
                    <a:solidFill>
                      <a:srgbClr val="E8F3E9"/>
                    </a:solidFill>
                  </a:tcPr>
                </a:tc>
                <a:extLst>
                  <a:ext uri="{0D108BD9-81ED-4DB2-BD59-A6C34878D82A}">
                    <a16:rowId xmlns:a16="http://schemas.microsoft.com/office/drawing/2014/main" val="10002"/>
                  </a:ext>
                </a:extLst>
              </a:tr>
              <a:tr h="434340">
                <a:tc>
                  <a:txBody>
                    <a:bodyPr/>
                    <a:lstStyle/>
                    <a:p>
                      <a:pPr algn="l"/>
                      <a:r>
                        <a:rPr sz="1350" b="0">
                          <a:solidFill>
                            <a:srgbClr val="222222"/>
                          </a:solidFill>
                          <a:latin typeface="Calibri"/>
                        </a:rPr>
                        <a:t>Random Forest (+ Municipal Context)</a:t>
                      </a:r>
                    </a:p>
                  </a:txBody>
                  <a:tcPr anchor="ctr">
                    <a:solidFill>
                      <a:srgbClr val="FFFFFF"/>
                    </a:solidFill>
                  </a:tcPr>
                </a:tc>
                <a:tc>
                  <a:txBody>
                    <a:bodyPr/>
                    <a:lstStyle/>
                    <a:p>
                      <a:pPr algn="l"/>
                      <a:r>
                        <a:rPr sz="1350" b="0">
                          <a:solidFill>
                            <a:srgbClr val="222222"/>
                          </a:solidFill>
                          <a:latin typeface="Calibri"/>
                        </a:rPr>
                        <a:t>10.3711</a:t>
                      </a:r>
                    </a:p>
                  </a:txBody>
                  <a:tcPr anchor="ctr">
                    <a:solidFill>
                      <a:srgbClr val="FFFFFF"/>
                    </a:solidFill>
                  </a:tcPr>
                </a:tc>
                <a:tc>
                  <a:txBody>
                    <a:bodyPr/>
                    <a:lstStyle/>
                    <a:p>
                      <a:pPr algn="l"/>
                      <a:r>
                        <a:rPr sz="1350" b="0">
                          <a:solidFill>
                            <a:srgbClr val="222222"/>
                          </a:solidFill>
                          <a:latin typeface="Calibri"/>
                        </a:rPr>
                        <a:t>—</a:t>
                      </a:r>
                    </a:p>
                  </a:txBody>
                  <a:tcPr anchor="ctr">
                    <a:solidFill>
                      <a:srgbClr val="FFFFFF"/>
                    </a:solidFill>
                  </a:tcPr>
                </a:tc>
                <a:tc>
                  <a:txBody>
                    <a:bodyPr/>
                    <a:lstStyle/>
                    <a:p>
                      <a:pPr algn="l"/>
                      <a:r>
                        <a:rPr sz="1350" b="0">
                          <a:solidFill>
                            <a:srgbClr val="222222"/>
                          </a:solidFill>
                          <a:latin typeface="Calibri"/>
                        </a:rPr>
                        <a:t>—</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57200" y="3977639"/>
            <a:ext cx="11274552" cy="822960"/>
          </a:xfrm>
          <a:prstGeom prst="rect">
            <a:avLst/>
          </a:prstGeom>
          <a:noFill/>
        </p:spPr>
        <p:txBody>
          <a:bodyPr wrap="square" lIns="0" tIns="0" rIns="0" bIns="0" anchor="t">
            <a:spAutoFit/>
          </a:bodyPr>
          <a:lstStyle/>
          <a:p>
            <a:pPr algn="l">
              <a:lnSpc>
                <a:spcPct val="110000"/>
              </a:lnSpc>
              <a:spcBef>
                <a:spcPts val="0"/>
              </a:spcBef>
              <a:spcAft>
                <a:spcPts val="0"/>
              </a:spcAft>
              <a:buNone/>
            </a:pPr>
            <a:r>
              <a:rPr sz="1400" b="1" i="0">
                <a:solidFill>
                  <a:srgbClr val="196B24"/>
                </a:solidFill>
                <a:latin typeface="Calibri"/>
              </a:rPr>
              <a:t>The ensemble Random Forest reduces prediction error by 10.41% MAE and 7.72% RMSE over naive persistence, confirming genuine explanatory gain.</a:t>
            </a:r>
          </a:p>
        </p:txBody>
      </p:sp>
      <p:sp>
        <p:nvSpPr>
          <p:cNvPr id="6" name="Rounded Rectangle 5"/>
          <p:cNvSpPr/>
          <p:nvPr/>
        </p:nvSpPr>
        <p:spPr>
          <a:xfrm>
            <a:off x="457200" y="4892040"/>
            <a:ext cx="11274552" cy="438912"/>
          </a:xfrm>
          <a:prstGeom prst="roundRect">
            <a:avLst>
              <a:gd name="adj" fmla="val 1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REPORTABLE NEGATIVE FINDING</a:t>
            </a:r>
          </a:p>
        </p:txBody>
      </p:sp>
      <p:sp>
        <p:nvSpPr>
          <p:cNvPr id="7" name="TextBox 6"/>
          <p:cNvSpPr txBox="1"/>
          <p:nvPr/>
        </p:nvSpPr>
        <p:spPr>
          <a:xfrm>
            <a:off x="457200" y="5440680"/>
            <a:ext cx="11274552" cy="1188720"/>
          </a:xfrm>
          <a:prstGeom prst="rect">
            <a:avLst/>
          </a:prstGeom>
          <a:noFill/>
        </p:spPr>
        <p:txBody>
          <a:bodyPr wrap="square" lIns="0" tIns="0" rIns="0" bIns="0" anchor="t">
            <a:spAutoFit/>
          </a:bodyPr>
          <a:lstStyle/>
          <a:p>
            <a:pPr algn="l">
              <a:lnSpc>
                <a:spcPct val="110000"/>
              </a:lnSpc>
              <a:spcBef>
                <a:spcPts val="0"/>
              </a:spcBef>
              <a:spcAft>
                <a:spcPts val="0"/>
              </a:spcAft>
              <a:buNone/>
            </a:pPr>
            <a:r>
              <a:rPr sz="1300" b="0" i="0" dirty="0">
                <a:solidFill>
                  <a:srgbClr val="222222"/>
                </a:solidFill>
                <a:latin typeface="Calibri"/>
              </a:rPr>
              <a:t>Adding municipal demographics worsened held-out test MAE from 9.9802 to 10.3711 percentage points (+0.39 pp degradation). South African municipalities are vast and demographically heterogeneous — attaching a single municipal statistic across all constituent wards introduces ecological aggregation noise. Model 3 is explicitly rejected in favor of the parsimonious Model 2.</a:t>
            </a:r>
          </a:p>
        </p:txBody>
      </p:sp>
    </p:spTree>
    <p:extLst>
      <p:ext uri="{BB962C8B-B14F-4D97-AF65-F5344CB8AC3E}">
        <p14:creationId xmlns:p14="http://schemas.microsoft.com/office/powerpoint/2010/main" val="449244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3BAEA-55DF-81B4-C8EF-2E096870483B}"/>
              </a:ext>
            </a:extLst>
          </p:cNvPr>
          <p:cNvSpPr>
            <a:spLocks noGrp="1"/>
          </p:cNvSpPr>
          <p:nvPr>
            <p:ph type="title"/>
          </p:nvPr>
        </p:nvSpPr>
        <p:spPr>
          <a:xfrm>
            <a:off x="516153" y="166232"/>
            <a:ext cx="10515600" cy="1325563"/>
          </a:xfrm>
        </p:spPr>
        <p:txBody>
          <a:bodyPr/>
          <a:lstStyle/>
          <a:p>
            <a:r>
              <a:rPr sz="3000" b="1" dirty="0">
                <a:solidFill>
                  <a:srgbClr val="0E2841"/>
                </a:solidFill>
                <a:latin typeface="Cambria"/>
              </a:rPr>
              <a:t>Model Diagnostics &amp; 2026 Forecast</a:t>
            </a:r>
          </a:p>
        </p:txBody>
      </p:sp>
      <p:sp>
        <p:nvSpPr>
          <p:cNvPr id="3" name="Rounded Rectangle 2"/>
          <p:cNvSpPr/>
          <p:nvPr/>
        </p:nvSpPr>
        <p:spPr>
          <a:xfrm>
            <a:off x="457200" y="1417320"/>
            <a:ext cx="11274552"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ACTUAL VS. PREDICTED &amp; RESIDUALS (2021 HELD-OUT TEST)</a:t>
            </a:r>
          </a:p>
        </p:txBody>
      </p:sp>
      <p:sp>
        <p:nvSpPr>
          <p:cNvPr id="12" name="Rounded Rectangle 11"/>
          <p:cNvSpPr/>
          <p:nvPr/>
        </p:nvSpPr>
        <p:spPr>
          <a:xfrm>
            <a:off x="457200" y="4146232"/>
            <a:ext cx="11274552" cy="438912"/>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2026 FORECAST DISTRIBUTION: OBSERVED VS. PREDICTED</a:t>
            </a:r>
          </a:p>
        </p:txBody>
      </p:sp>
      <p:sp>
        <p:nvSpPr>
          <p:cNvPr id="13" name="TextBox 12"/>
          <p:cNvSpPr txBox="1"/>
          <p:nvPr/>
        </p:nvSpPr>
        <p:spPr>
          <a:xfrm>
            <a:off x="457200" y="6335144"/>
            <a:ext cx="11274552" cy="480000"/>
          </a:xfrm>
          <a:prstGeom prst="rect">
            <a:avLst/>
          </a:prstGeom>
          <a:noFill/>
        </p:spPr>
        <p:txBody>
          <a:bodyPr wrap="square" lIns="0" tIns="0" rIns="0" bIns="0" anchor="t">
            <a:spAutoFit/>
          </a:bodyPr>
          <a:lstStyle/>
          <a:p>
            <a:pPr algn="l">
              <a:lnSpc>
                <a:spcPct val="115000"/>
              </a:lnSpc>
              <a:spcBef>
                <a:spcPts val="0"/>
              </a:spcBef>
              <a:spcAft>
                <a:spcPts val="0"/>
              </a:spcAft>
              <a:buNone/>
            </a:pPr>
            <a:r>
              <a:rPr sz="1200" b="0" i="1">
                <a:solidFill>
                  <a:srgbClr val="222222"/>
                </a:solidFill>
                <a:latin typeface="Calibri"/>
              </a:rPr>
              <a:t>The Random Forest projects a mean 2026 turnout of 60.9%, versus 49.5% observed in 2021 — a sizeable rightward shift worth sanity-checking against the pipeline's other 2026 estimates before release.</a:t>
            </a:r>
          </a:p>
        </p:txBody>
      </p:sp>
      <p:pic>
        <p:nvPicPr>
          <p:cNvPr id="14" name="Picture 13" descr="cell30_0.png"/>
          <p:cNvPicPr>
            <a:picLocks noChangeAspect="1"/>
          </p:cNvPicPr>
          <p:nvPr/>
        </p:nvPicPr>
        <p:blipFill>
          <a:blip r:embed="rId2"/>
          <a:stretch>
            <a:fillRect/>
          </a:stretch>
        </p:blipFill>
        <p:spPr>
          <a:xfrm>
            <a:off x="3345084" y="1916232"/>
            <a:ext cx="4857739" cy="1600000"/>
          </a:xfrm>
          <a:prstGeom prst="rect">
            <a:avLst/>
          </a:prstGeom>
        </p:spPr>
      </p:pic>
      <p:sp>
        <p:nvSpPr>
          <p:cNvPr id="15" name="TextBox 14"/>
          <p:cNvSpPr txBox="1"/>
          <p:nvPr/>
        </p:nvSpPr>
        <p:spPr>
          <a:xfrm>
            <a:off x="457200" y="3566232"/>
            <a:ext cx="11274552" cy="480000"/>
          </a:xfrm>
          <a:prstGeom prst="rect">
            <a:avLst/>
          </a:prstGeom>
          <a:noFill/>
        </p:spPr>
        <p:txBody>
          <a:bodyPr wrap="square">
            <a:spAutoFit/>
          </a:bodyPr>
          <a:lstStyle/>
          <a:p>
            <a:r>
              <a:rPr sz="1200" i="1">
                <a:solidFill>
                  <a:srgbClr val="445563"/>
                </a:solidFill>
              </a:rPr>
              <a:t>Mean residual: −9.95pp — the model tends to over-predict turnout in lower-turnout wards, most visible across the 40%–60% core distribution.</a:t>
            </a:r>
          </a:p>
        </p:txBody>
      </p:sp>
      <p:pic>
        <p:nvPicPr>
          <p:cNvPr id="16" name="Picture 15" descr="cell34_0.png"/>
          <p:cNvPicPr>
            <a:picLocks noChangeAspect="1"/>
          </p:cNvPicPr>
          <p:nvPr/>
        </p:nvPicPr>
        <p:blipFill>
          <a:blip r:embed="rId3"/>
          <a:stretch>
            <a:fillRect/>
          </a:stretch>
        </p:blipFill>
        <p:spPr>
          <a:xfrm>
            <a:off x="3923818" y="4685144"/>
            <a:ext cx="3788375" cy="1600000"/>
          </a:xfrm>
          <a:prstGeom prst="rect">
            <a:avLst/>
          </a:prstGeom>
        </p:spPr>
      </p:pic>
    </p:spTree>
    <p:extLst>
      <p:ext uri="{BB962C8B-B14F-4D97-AF65-F5344CB8AC3E}">
        <p14:creationId xmlns:p14="http://schemas.microsoft.com/office/powerpoint/2010/main" val="52787161"/>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F2A8-13F1-6CF2-1E94-3ADE2AFAF959}"/>
              </a:ext>
            </a:extLst>
          </p:cNvPr>
          <p:cNvSpPr>
            <a:spLocks noGrp="1"/>
          </p:cNvSpPr>
          <p:nvPr>
            <p:ph type="title"/>
          </p:nvPr>
        </p:nvSpPr>
        <p:spPr>
          <a:xfrm>
            <a:off x="594360" y="46037"/>
            <a:ext cx="10515600" cy="1325563"/>
          </a:xfrm>
        </p:spPr>
        <p:txBody>
          <a:bodyPr/>
          <a:lstStyle/>
          <a:p>
            <a:r>
              <a:rPr sz="3000" b="1" dirty="0">
                <a:solidFill>
                  <a:srgbClr val="0E2841"/>
                </a:solidFill>
                <a:latin typeface="Cambria"/>
              </a:rPr>
              <a:t>Who, Where &amp; Gaps</a:t>
            </a:r>
          </a:p>
        </p:txBody>
      </p:sp>
      <p:sp>
        <p:nvSpPr>
          <p:cNvPr id="3" name="Rounded Rectangle 2"/>
          <p:cNvSpPr/>
          <p:nvPr/>
        </p:nvSpPr>
        <p:spPr>
          <a:xfrm>
            <a:off x="457200" y="1371600"/>
            <a:ext cx="11274552" cy="402336"/>
          </a:xfrm>
          <a:prstGeom prst="roundRect">
            <a:avLst>
              <a:gd name="adj" fmla="val 18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WHO IS NOT VOTING?</a:t>
            </a:r>
          </a:p>
        </p:txBody>
      </p:sp>
      <p:sp>
        <p:nvSpPr>
          <p:cNvPr id="4" name="Rounded Rectangle 3"/>
          <p:cNvSpPr/>
          <p:nvPr/>
        </p:nvSpPr>
        <p:spPr>
          <a:xfrm>
            <a:off x="457200" y="1920240"/>
            <a:ext cx="3602736" cy="14173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2011680"/>
            <a:ext cx="3328416" cy="1234440"/>
          </a:xfrm>
          <a:prstGeom prst="rect">
            <a:avLst/>
          </a:prstGeom>
          <a:noFill/>
        </p:spPr>
        <p:txBody>
          <a:bodyPr wrap="square" lIns="0" tIns="0" rIns="0" bIns="0" anchor="t">
            <a:spAutoFit/>
          </a:bodyPr>
          <a:lstStyle/>
          <a:p>
            <a:pPr algn="l">
              <a:lnSpc>
                <a:spcPct val="100000"/>
              </a:lnSpc>
              <a:spcBef>
                <a:spcPts val="0"/>
              </a:spcBef>
              <a:spcAft>
                <a:spcPts val="600"/>
              </a:spcAft>
              <a:buNone/>
            </a:pPr>
            <a:r>
              <a:rPr sz="1300" b="1" i="0">
                <a:solidFill>
                  <a:srgbClr val="C00000"/>
                </a:solidFill>
                <a:latin typeface="Calibri"/>
              </a:rPr>
              <a:t>Disaffected &amp; Unregistered Youth (18–29)</a:t>
            </a:r>
          </a:p>
          <a:p>
            <a:pPr algn="l">
              <a:lnSpc>
                <a:spcPct val="105000"/>
              </a:lnSpc>
              <a:spcBef>
                <a:spcPts val="0"/>
              </a:spcBef>
              <a:spcAft>
                <a:spcPts val="0"/>
              </a:spcAft>
              <a:buNone/>
            </a:pPr>
            <a:r>
              <a:rPr sz="1150" b="0" i="0">
                <a:solidFill>
                  <a:srgbClr val="222222"/>
                </a:solidFill>
                <a:latin typeface="Calibri"/>
              </a:rPr>
              <a:t>Over 65% of the total non-voting population; expanded youth unemployment exceeds 40%.</a:t>
            </a:r>
          </a:p>
        </p:txBody>
      </p:sp>
      <p:sp>
        <p:nvSpPr>
          <p:cNvPr id="6" name="Rounded Rectangle 5"/>
          <p:cNvSpPr/>
          <p:nvPr/>
        </p:nvSpPr>
        <p:spPr>
          <a:xfrm>
            <a:off x="4288536" y="1920240"/>
            <a:ext cx="3602736" cy="14173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25696" y="2011680"/>
            <a:ext cx="3328416" cy="1234440"/>
          </a:xfrm>
          <a:prstGeom prst="rect">
            <a:avLst/>
          </a:prstGeom>
          <a:noFill/>
        </p:spPr>
        <p:txBody>
          <a:bodyPr wrap="square" lIns="0" tIns="0" rIns="0" bIns="0" anchor="t">
            <a:spAutoFit/>
          </a:bodyPr>
          <a:lstStyle/>
          <a:p>
            <a:pPr algn="l">
              <a:lnSpc>
                <a:spcPct val="100000"/>
              </a:lnSpc>
              <a:spcBef>
                <a:spcPts val="0"/>
              </a:spcBef>
              <a:spcAft>
                <a:spcPts val="600"/>
              </a:spcAft>
              <a:buNone/>
            </a:pPr>
            <a:r>
              <a:rPr sz="1300" b="1" i="0">
                <a:solidFill>
                  <a:srgbClr val="D99B00"/>
                </a:solidFill>
                <a:latin typeface="Calibri"/>
              </a:rPr>
              <a:t>Informal Settlement Dwellers</a:t>
            </a:r>
          </a:p>
          <a:p>
            <a:pPr algn="l">
              <a:lnSpc>
                <a:spcPct val="105000"/>
              </a:lnSpc>
              <a:spcBef>
                <a:spcPts val="0"/>
              </a:spcBef>
              <a:spcAft>
                <a:spcPts val="0"/>
              </a:spcAft>
              <a:buNone/>
            </a:pPr>
            <a:r>
              <a:rPr sz="1150" b="0" i="0">
                <a:solidFill>
                  <a:srgbClr val="222222"/>
                </a:solidFill>
                <a:latin typeface="Calibri"/>
              </a:rPr>
              <a:t>Persistent water shedding, uncollected refuse, and sewage overflows; abstention functions as protest.</a:t>
            </a:r>
          </a:p>
        </p:txBody>
      </p:sp>
      <p:sp>
        <p:nvSpPr>
          <p:cNvPr id="8" name="Rounded Rectangle 7"/>
          <p:cNvSpPr/>
          <p:nvPr/>
        </p:nvSpPr>
        <p:spPr>
          <a:xfrm>
            <a:off x="8119872" y="1920240"/>
            <a:ext cx="3602736" cy="14173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57032" y="2011680"/>
            <a:ext cx="3328416" cy="1234440"/>
          </a:xfrm>
          <a:prstGeom prst="rect">
            <a:avLst/>
          </a:prstGeom>
          <a:noFill/>
        </p:spPr>
        <p:txBody>
          <a:bodyPr wrap="square" lIns="0" tIns="0" rIns="0" bIns="0" anchor="t">
            <a:spAutoFit/>
          </a:bodyPr>
          <a:lstStyle/>
          <a:p>
            <a:pPr algn="l">
              <a:lnSpc>
                <a:spcPct val="100000"/>
              </a:lnSpc>
              <a:spcBef>
                <a:spcPts val="0"/>
              </a:spcBef>
              <a:spcAft>
                <a:spcPts val="600"/>
              </a:spcAft>
              <a:buNone/>
            </a:pPr>
            <a:r>
              <a:rPr sz="1300" b="1" i="0">
                <a:solidFill>
                  <a:srgbClr val="156082"/>
                </a:solidFill>
                <a:latin typeface="Calibri"/>
              </a:rPr>
              <a:t>Deep Rural Subsistence Households</a:t>
            </a:r>
          </a:p>
          <a:p>
            <a:pPr algn="l">
              <a:lnSpc>
                <a:spcPct val="105000"/>
              </a:lnSpc>
              <a:spcBef>
                <a:spcPts val="0"/>
              </a:spcBef>
              <a:spcAft>
                <a:spcPts val="0"/>
              </a:spcAft>
              <a:buNone/>
            </a:pPr>
            <a:r>
              <a:rPr sz="1150" b="0" i="0">
                <a:solidFill>
                  <a:srgbClr val="222222"/>
                </a:solidFill>
                <a:latin typeface="Calibri"/>
              </a:rPr>
              <a:t>Severe spatial distance to voting stations and entrenched rural poverty (&gt;60% headcount) depress participation below 35%.</a:t>
            </a:r>
          </a:p>
        </p:txBody>
      </p:sp>
      <p:sp>
        <p:nvSpPr>
          <p:cNvPr id="10" name="Rounded Rectangle 9"/>
          <p:cNvSpPr/>
          <p:nvPr/>
        </p:nvSpPr>
        <p:spPr>
          <a:xfrm>
            <a:off x="457200" y="3520440"/>
            <a:ext cx="6903720" cy="402336"/>
          </a:xfrm>
          <a:prstGeom prst="roundRect">
            <a:avLst>
              <a:gd name="adj" fmla="val 18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WHERE ARE THEY LOCATED?</a:t>
            </a:r>
          </a:p>
        </p:txBody>
      </p:sp>
      <p:sp>
        <p:nvSpPr>
          <p:cNvPr id="11" name="TextBox 10"/>
          <p:cNvSpPr txBox="1"/>
          <p:nvPr/>
        </p:nvSpPr>
        <p:spPr>
          <a:xfrm>
            <a:off x="457200" y="4069080"/>
            <a:ext cx="6903720" cy="2377440"/>
          </a:xfrm>
          <a:prstGeom prst="rect">
            <a:avLst/>
          </a:prstGeom>
          <a:noFill/>
        </p:spPr>
        <p:txBody>
          <a:bodyPr wrap="square" lIns="0" tIns="0" rIns="0" bIns="0" anchor="t">
            <a:spAutoFit/>
          </a:bodyPr>
          <a:lstStyle/>
          <a:p>
            <a:pPr marL="177800" indent="-177800" algn="l">
              <a:lnSpc>
                <a:spcPct val="105000"/>
              </a:lnSpc>
              <a:spcBef>
                <a:spcPts val="0"/>
              </a:spcBef>
              <a:spcAft>
                <a:spcPts val="1000"/>
              </a:spcAft>
              <a:buFont typeface="Arial"/>
              <a:buChar char="•"/>
            </a:pPr>
            <a:r>
              <a:rPr sz="1250" b="1" i="0">
                <a:solidFill>
                  <a:srgbClr val="0E2841"/>
                </a:solidFill>
                <a:latin typeface="Calibri"/>
              </a:rPr>
              <a:t>eThekwini Peri-Urban Belt: </a:t>
            </a:r>
            <a:r>
              <a:rPr sz="1250" b="0" i="0">
                <a:solidFill>
                  <a:srgbClr val="222222"/>
                </a:solidFill>
                <a:latin typeface="Calibri"/>
              </a:rPr>
              <a:t>Severe apathy clusters surrounding Inanda, Ntuzuma, KwaMashu, Umlazi, and Mpumalanga township.</a:t>
            </a:r>
          </a:p>
          <a:p>
            <a:pPr marL="177800" indent="-177800" algn="l">
              <a:lnSpc>
                <a:spcPct val="105000"/>
              </a:lnSpc>
              <a:spcBef>
                <a:spcPts val="0"/>
              </a:spcBef>
              <a:spcAft>
                <a:spcPts val="1000"/>
              </a:spcAft>
              <a:buFont typeface="Arial"/>
              <a:buChar char="•"/>
            </a:pPr>
            <a:r>
              <a:rPr sz="1250" b="1" i="0">
                <a:solidFill>
                  <a:srgbClr val="0E2841"/>
                </a:solidFill>
                <a:latin typeface="Calibri"/>
              </a:rPr>
              <a:t>Northern Rural Traditional Authority Corridor: </a:t>
            </a:r>
            <a:r>
              <a:rPr sz="1250" b="0" i="0">
                <a:solidFill>
                  <a:srgbClr val="222222"/>
                </a:solidFill>
                <a:latin typeface="Calibri"/>
              </a:rPr>
              <a:t>Umkhanyakude, Zululand, and King Cetshwayo, where historical turnout has dropped to 32–38%.</a:t>
            </a:r>
          </a:p>
          <a:p>
            <a:pPr marL="177800" indent="-177800" algn="l">
              <a:lnSpc>
                <a:spcPct val="105000"/>
              </a:lnSpc>
              <a:spcBef>
                <a:spcPts val="0"/>
              </a:spcBef>
              <a:spcAft>
                <a:spcPts val="1000"/>
              </a:spcAft>
              <a:buFont typeface="Arial"/>
              <a:buChar char="•"/>
            </a:pPr>
            <a:r>
              <a:rPr sz="1250" b="1" i="0">
                <a:solidFill>
                  <a:srgbClr val="0E2841"/>
                </a:solidFill>
                <a:latin typeface="Calibri"/>
              </a:rPr>
              <a:t>Post-Industrial Midland &amp; Coal Corridor: </a:t>
            </a:r>
            <a:r>
              <a:rPr sz="1250" b="0" i="0">
                <a:solidFill>
                  <a:srgbClr val="222222"/>
                </a:solidFill>
                <a:latin typeface="Calibri"/>
              </a:rPr>
              <a:t>Amajuba and Umzinyathi (Newcastle, Dannhauser, Endumeni) suffering long-term industrial job losses.</a:t>
            </a:r>
          </a:p>
        </p:txBody>
      </p:sp>
      <p:sp>
        <p:nvSpPr>
          <p:cNvPr id="12" name="Rounded Rectangle 11"/>
          <p:cNvSpPr/>
          <p:nvPr/>
        </p:nvSpPr>
        <p:spPr>
          <a:xfrm>
            <a:off x="7589520" y="3520440"/>
            <a:ext cx="4142232" cy="402336"/>
          </a:xfrm>
          <a:prstGeom prst="roundRect">
            <a:avLst>
              <a:gd name="adj" fmla="val 1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THE GAPS</a:t>
            </a:r>
          </a:p>
        </p:txBody>
      </p:sp>
      <p:sp>
        <p:nvSpPr>
          <p:cNvPr id="13" name="Rounded Rectangle 12"/>
          <p:cNvSpPr/>
          <p:nvPr/>
        </p:nvSpPr>
        <p:spPr>
          <a:xfrm>
            <a:off x="7589520" y="4069080"/>
            <a:ext cx="4142232" cy="1051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4069080"/>
            <a:ext cx="3922776" cy="1051560"/>
          </a:xfrm>
          <a:prstGeom prst="rect">
            <a:avLst/>
          </a:prstGeom>
          <a:noFill/>
        </p:spPr>
        <p:txBody>
          <a:bodyPr wrap="square" lIns="0" tIns="0" rIns="0" bIns="0" anchor="ctr">
            <a:spAutoFit/>
          </a:bodyPr>
          <a:lstStyle/>
          <a:p>
            <a:pPr algn="ctr">
              <a:spcBef>
                <a:spcPts val="0"/>
              </a:spcBef>
              <a:spcAft>
                <a:spcPts val="200"/>
              </a:spcAft>
              <a:buNone/>
            </a:pPr>
            <a:r>
              <a:rPr sz="2400" b="1" i="0">
                <a:solidFill>
                  <a:srgbClr val="C00000"/>
                </a:solidFill>
                <a:latin typeface="Calibri"/>
              </a:rPr>
              <a:t>2,394,807</a:t>
            </a:r>
          </a:p>
          <a:p>
            <a:pPr algn="ctr">
              <a:spcBef>
                <a:spcPts val="0"/>
              </a:spcBef>
              <a:spcAft>
                <a:spcPts val="0"/>
              </a:spcAft>
              <a:buNone/>
            </a:pPr>
            <a:r>
              <a:rPr sz="1100" b="0" i="0">
                <a:solidFill>
                  <a:srgbClr val="445563"/>
                </a:solidFill>
                <a:latin typeface="Calibri"/>
              </a:rPr>
              <a:t>Turnout Gap: registered non-voters, 2026</a:t>
            </a:r>
          </a:p>
        </p:txBody>
      </p:sp>
      <p:sp>
        <p:nvSpPr>
          <p:cNvPr id="15" name="Rounded Rectangle 14"/>
          <p:cNvSpPr/>
          <p:nvPr/>
        </p:nvSpPr>
        <p:spPr>
          <a:xfrm>
            <a:off x="7589520" y="5212080"/>
            <a:ext cx="4142232" cy="10515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5212080"/>
            <a:ext cx="3922776" cy="1051560"/>
          </a:xfrm>
          <a:prstGeom prst="rect">
            <a:avLst/>
          </a:prstGeom>
          <a:noFill/>
        </p:spPr>
        <p:txBody>
          <a:bodyPr wrap="square" lIns="0" tIns="0" rIns="0" bIns="0" anchor="ctr">
            <a:spAutoFit/>
          </a:bodyPr>
          <a:lstStyle/>
          <a:p>
            <a:pPr algn="ctr">
              <a:spcBef>
                <a:spcPts val="0"/>
              </a:spcBef>
              <a:spcAft>
                <a:spcPts val="200"/>
              </a:spcAft>
              <a:buNone/>
            </a:pPr>
            <a:r>
              <a:rPr sz="2800" b="1" i="0">
                <a:solidFill>
                  <a:srgbClr val="C00000"/>
                </a:solidFill>
                <a:latin typeface="Calibri"/>
              </a:rPr>
              <a:t>&gt;2.1M</a:t>
            </a:r>
          </a:p>
          <a:p>
            <a:pPr algn="ctr">
              <a:spcBef>
                <a:spcPts val="0"/>
              </a:spcBef>
              <a:spcAft>
                <a:spcPts val="0"/>
              </a:spcAft>
              <a:buNone/>
            </a:pPr>
            <a:r>
              <a:rPr sz="1100" b="0" i="0">
                <a:solidFill>
                  <a:srgbClr val="445563"/>
                </a:solidFill>
                <a:latin typeface="Calibri"/>
              </a:rPr>
              <a:t>Registration Gap: eligible unregistered adults</a:t>
            </a:r>
          </a:p>
        </p:txBody>
      </p:sp>
    </p:spTree>
    <p:extLst>
      <p:ext uri="{BB962C8B-B14F-4D97-AF65-F5344CB8AC3E}">
        <p14:creationId xmlns:p14="http://schemas.microsoft.com/office/powerpoint/2010/main" val="1005794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AF514-CD53-FDC5-A79D-3B7F1EA4BCC2}"/>
              </a:ext>
            </a:extLst>
          </p:cNvPr>
          <p:cNvSpPr>
            <a:spLocks noGrp="1"/>
          </p:cNvSpPr>
          <p:nvPr>
            <p:ph type="title"/>
          </p:nvPr>
        </p:nvSpPr>
        <p:spPr>
          <a:xfrm>
            <a:off x="457200" y="-241043"/>
            <a:ext cx="10515600" cy="1325563"/>
          </a:xfrm>
        </p:spPr>
        <p:txBody>
          <a:bodyPr/>
          <a:lstStyle/>
          <a:p>
            <a:r>
              <a:rPr sz="3000" b="1" dirty="0">
                <a:solidFill>
                  <a:srgbClr val="0E2841"/>
                </a:solidFill>
                <a:latin typeface="Cambria"/>
              </a:rPr>
              <a:t>Limitation &amp; Deployment</a:t>
            </a:r>
          </a:p>
        </p:txBody>
      </p:sp>
      <p:sp>
        <p:nvSpPr>
          <p:cNvPr id="3" name="Rounded Rectangle 2"/>
          <p:cNvSpPr/>
          <p:nvPr/>
        </p:nvSpPr>
        <p:spPr>
          <a:xfrm>
            <a:off x="457200" y="803233"/>
            <a:ext cx="11274552" cy="384048"/>
          </a:xfrm>
          <a:prstGeom prst="roundRect">
            <a:avLst>
              <a:gd name="adj" fmla="val 18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dirty="0">
                <a:solidFill>
                  <a:srgbClr val="FFFFFF"/>
                </a:solidFill>
                <a:latin typeface="Calibri"/>
              </a:rPr>
              <a:t>HONEST DATA LIMITATIONS &amp; ENGINEERING MITIGATIONS</a:t>
            </a:r>
          </a:p>
        </p:txBody>
      </p:sp>
      <p:graphicFrame>
        <p:nvGraphicFramePr>
          <p:cNvPr id="4" name="Table 3"/>
          <p:cNvGraphicFramePr>
            <a:graphicFrameLocks noGrp="1"/>
          </p:cNvGraphicFramePr>
          <p:nvPr>
            <p:extLst>
              <p:ext uri="{D42A27DB-BD31-4B8C-83A1-F6EECF244321}">
                <p14:modId xmlns:p14="http://schemas.microsoft.com/office/powerpoint/2010/main" val="1437502918"/>
              </p:ext>
            </p:extLst>
          </p:nvPr>
        </p:nvGraphicFramePr>
        <p:xfrm>
          <a:off x="428263" y="1366656"/>
          <a:ext cx="11303489" cy="3956832"/>
        </p:xfrm>
        <a:graphic>
          <a:graphicData uri="http://schemas.openxmlformats.org/drawingml/2006/table">
            <a:tbl>
              <a:tblPr firstRow="1" bandRow="1">
                <a:tableStyleId>{B301B821-A1FF-4177-AEE7-76D212191A09}</a:tableStyleId>
              </a:tblPr>
              <a:tblGrid>
                <a:gridCol w="5515337">
                  <a:extLst>
                    <a:ext uri="{9D8B030D-6E8A-4147-A177-3AD203B41FA5}">
                      <a16:colId xmlns:a16="http://schemas.microsoft.com/office/drawing/2014/main" val="20000"/>
                    </a:ext>
                  </a:extLst>
                </a:gridCol>
                <a:gridCol w="5788152">
                  <a:extLst>
                    <a:ext uri="{9D8B030D-6E8A-4147-A177-3AD203B41FA5}">
                      <a16:colId xmlns:a16="http://schemas.microsoft.com/office/drawing/2014/main" val="20001"/>
                    </a:ext>
                  </a:extLst>
                </a:gridCol>
              </a:tblGrid>
              <a:tr h="51049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Data Limitation</a:t>
                      </a:r>
                      <a:endParaRPr lang="en-ZA" sz="13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Engineering Mitigation</a:t>
                      </a:r>
                      <a:endParaRPr lang="en-ZA" sz="130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0000"/>
                  </a:ext>
                </a:extLst>
              </a:tr>
              <a:tr h="51049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Dashboard-only data:</a:t>
                      </a:r>
                      <a:r>
                        <a:rPr lang="en-ZA" sz="1300">
                          <a:latin typeface="Calibri" panose="020F0502020204030204" pitchFamily="34" charset="0"/>
                          <a:ea typeface="Calibri" panose="020F0502020204030204" pitchFamily="34" charset="0"/>
                          <a:cs typeface="Calibri" panose="020F0502020204030204" pitchFamily="34" charset="0"/>
                        </a:rPr>
                        <a:t> Data is spread across PDFs, dashboards and non-standard Excel files.</a:t>
                      </a:r>
                    </a:p>
                  </a:txBody>
                  <a:tcPr anchor="ctr"/>
                </a:tc>
                <a:tc>
                  <a:txBody>
                    <a:bodyPr/>
                    <a:lstStyle/>
                    <a:p>
                      <a:pPr>
                        <a:buNone/>
                      </a:pPr>
                      <a:r>
                        <a:rPr lang="en-ZA" sz="1300">
                          <a:latin typeface="Calibri" panose="020F0502020204030204" pitchFamily="34" charset="0"/>
                          <a:ea typeface="Calibri" panose="020F0502020204030204" pitchFamily="34" charset="0"/>
                          <a:cs typeface="Calibri" panose="020F0502020204030204" pitchFamily="34" charset="0"/>
                        </a:rPr>
                        <a:t>Built automated extractors and used MD5 checksums to validate data.</a:t>
                      </a:r>
                    </a:p>
                  </a:txBody>
                  <a:tcPr anchor="ctr"/>
                </a:tc>
                <a:extLst>
                  <a:ext uri="{0D108BD9-81ED-4DB2-BD59-A6C34878D82A}">
                    <a16:rowId xmlns:a16="http://schemas.microsoft.com/office/drawing/2014/main" val="10001"/>
                  </a:ext>
                </a:extLst>
              </a:tr>
              <a:tr h="60633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Ward boundary changes:</a:t>
                      </a:r>
                      <a:r>
                        <a:rPr lang="en-ZA" sz="1300">
                          <a:latin typeface="Calibri" panose="020F0502020204030204" pitchFamily="34" charset="0"/>
                          <a:ea typeface="Calibri" panose="020F0502020204030204" pitchFamily="34" charset="0"/>
                          <a:cs typeface="Calibri" panose="020F0502020204030204" pitchFamily="34" charset="0"/>
                        </a:rPr>
                        <a:t> Ward codes changed between 2000–2021.</a:t>
                      </a:r>
                    </a:p>
                  </a:txBody>
                  <a:tcPr anchor="ctr"/>
                </a:tc>
                <a:tc>
                  <a:txBody>
                    <a:bodyPr/>
                    <a:lstStyle/>
                    <a:p>
                      <a:pPr>
                        <a:buNone/>
                      </a:pPr>
                      <a:r>
                        <a:rPr lang="en-ZA" sz="1300">
                          <a:latin typeface="Calibri" panose="020F0502020204030204" pitchFamily="34" charset="0"/>
                          <a:ea typeface="Calibri" panose="020F0502020204030204" pitchFamily="34" charset="0"/>
                          <a:cs typeface="Calibri" panose="020F0502020204030204" pitchFamily="34" charset="0"/>
                        </a:rPr>
                        <a:t>Used spatial mapping to link historical Voting Districts to 2021 ward boundaries.</a:t>
                      </a:r>
                    </a:p>
                  </a:txBody>
                  <a:tcPr anchor="ctr"/>
                </a:tc>
                <a:extLst>
                  <a:ext uri="{0D108BD9-81ED-4DB2-BD59-A6C34878D82A}">
                    <a16:rowId xmlns:a16="http://schemas.microsoft.com/office/drawing/2014/main" val="10002"/>
                  </a:ext>
                </a:extLst>
              </a:tr>
              <a:tr h="60633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Limited Census data:</a:t>
                      </a:r>
                      <a:r>
                        <a:rPr lang="en-ZA" sz="1300">
                          <a:latin typeface="Calibri" panose="020F0502020204030204" pitchFamily="34" charset="0"/>
                          <a:ea typeface="Calibri" panose="020F0502020204030204" pitchFamily="34" charset="0"/>
                          <a:cs typeface="Calibri" panose="020F0502020204030204" pitchFamily="34" charset="0"/>
                        </a:rPr>
                        <a:t> Ward-level population data is not consistently available.</a:t>
                      </a:r>
                    </a:p>
                  </a:txBody>
                  <a:tcPr anchor="ctr"/>
                </a:tc>
                <a:tc>
                  <a:txBody>
                    <a:bodyPr/>
                    <a:lstStyle/>
                    <a:p>
                      <a:pPr>
                        <a:buNone/>
                      </a:pPr>
                      <a:r>
                        <a:rPr lang="en-ZA" sz="1300">
                          <a:latin typeface="Calibri" panose="020F0502020204030204" pitchFamily="34" charset="0"/>
                          <a:ea typeface="Calibri" panose="020F0502020204030204" pitchFamily="34" charset="0"/>
                          <a:cs typeface="Calibri" panose="020F0502020204030204" pitchFamily="34" charset="0"/>
                        </a:rPr>
                        <a:t>Used municipal/district population baselines with ward-level weighting.</a:t>
                      </a:r>
                    </a:p>
                  </a:txBody>
                  <a:tcPr anchor="ctr"/>
                </a:tc>
                <a:extLst>
                  <a:ext uri="{0D108BD9-81ED-4DB2-BD59-A6C34878D82A}">
                    <a16:rowId xmlns:a16="http://schemas.microsoft.com/office/drawing/2014/main" val="10003"/>
                  </a:ext>
                </a:extLst>
              </a:tr>
              <a:tr h="51049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Rounded service-delivery data:</a:t>
                      </a:r>
                      <a:r>
                        <a:rPr lang="en-ZA" sz="1300">
                          <a:latin typeface="Calibri" panose="020F0502020204030204" pitchFamily="34" charset="0"/>
                          <a:ea typeface="Calibri" panose="020F0502020204030204" pitchFamily="34" charset="0"/>
                          <a:cs typeface="Calibri" panose="020F0502020204030204" pitchFamily="34" charset="0"/>
                        </a:rPr>
                        <a:t> Some indicators are rounded or missing.</a:t>
                      </a:r>
                    </a:p>
                  </a:txBody>
                  <a:tcPr anchor="ctr"/>
                </a:tc>
                <a:tc>
                  <a:txBody>
                    <a:bodyPr/>
                    <a:lstStyle/>
                    <a:p>
                      <a:pPr>
                        <a:buNone/>
                      </a:pPr>
                      <a:r>
                        <a:rPr lang="en-ZA" sz="1300">
                          <a:latin typeface="Calibri" panose="020F0502020204030204" pitchFamily="34" charset="0"/>
                          <a:ea typeface="Calibri" panose="020F0502020204030204" pitchFamily="34" charset="0"/>
                          <a:cs typeface="Calibri" panose="020F0502020204030204" pitchFamily="34" charset="0"/>
                        </a:rPr>
                        <a:t>Converted metrics into continuous ratings and documented the transformation.</a:t>
                      </a:r>
                    </a:p>
                  </a:txBody>
                  <a:tcPr anchor="ctr"/>
                </a:tc>
                <a:extLst>
                  <a:ext uri="{0D108BD9-81ED-4DB2-BD59-A6C34878D82A}">
                    <a16:rowId xmlns:a16="http://schemas.microsoft.com/office/drawing/2014/main" val="10004"/>
                  </a:ext>
                </a:extLst>
              </a:tr>
              <a:tr h="60633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Registration denominator bias:</a:t>
                      </a:r>
                      <a:r>
                        <a:rPr lang="en-ZA" sz="1300">
                          <a:latin typeface="Calibri" panose="020F0502020204030204" pitchFamily="34" charset="0"/>
                          <a:ea typeface="Calibri" panose="020F0502020204030204" pitchFamily="34" charset="0"/>
                          <a:cs typeface="Calibri" panose="020F0502020204030204" pitchFamily="34" charset="0"/>
                        </a:rPr>
                        <a:t> Turnout only measures registered voters, excluding eligible but unregistered people.</a:t>
                      </a:r>
                    </a:p>
                  </a:txBody>
                  <a:tcPr anchor="ctr"/>
                </a:tc>
                <a:tc>
                  <a:txBody>
                    <a:bodyPr/>
                    <a:lstStyle/>
                    <a:p>
                      <a:pPr>
                        <a:buNone/>
                      </a:pPr>
                      <a:r>
                        <a:rPr lang="en-ZA" sz="1300">
                          <a:latin typeface="Calibri" panose="020F0502020204030204" pitchFamily="34" charset="0"/>
                          <a:ea typeface="Calibri" panose="020F0502020204030204" pitchFamily="34" charset="0"/>
                          <a:cs typeface="Calibri" panose="020F0502020204030204" pitchFamily="34" charset="0"/>
                        </a:rPr>
                        <a:t>Added population data to show both the </a:t>
                      </a:r>
                      <a:r>
                        <a:rPr lang="en-ZA" sz="1300" b="1">
                          <a:latin typeface="Calibri" panose="020F0502020204030204" pitchFamily="34" charset="0"/>
                          <a:ea typeface="Calibri" panose="020F0502020204030204" pitchFamily="34" charset="0"/>
                          <a:cs typeface="Calibri" panose="020F0502020204030204" pitchFamily="34" charset="0"/>
                        </a:rPr>
                        <a:t>Turnout Gap</a:t>
                      </a:r>
                      <a:r>
                        <a:rPr lang="en-ZA" sz="1300">
                          <a:latin typeface="Calibri" panose="020F0502020204030204" pitchFamily="34" charset="0"/>
                          <a:ea typeface="Calibri" panose="020F0502020204030204" pitchFamily="34" charset="0"/>
                          <a:cs typeface="Calibri" panose="020F0502020204030204" pitchFamily="34" charset="0"/>
                        </a:rPr>
                        <a:t> and </a:t>
                      </a:r>
                      <a:r>
                        <a:rPr lang="en-ZA" sz="1300" b="1">
                          <a:latin typeface="Calibri" panose="020F0502020204030204" pitchFamily="34" charset="0"/>
                          <a:ea typeface="Calibri" panose="020F0502020204030204" pitchFamily="34" charset="0"/>
                          <a:cs typeface="Calibri" panose="020F0502020204030204" pitchFamily="34" charset="0"/>
                        </a:rPr>
                        <a:t>Registration Gap</a:t>
                      </a:r>
                      <a:r>
                        <a:rPr lang="en-ZA" sz="1300">
                          <a:latin typeface="Calibri" panose="020F0502020204030204" pitchFamily="34" charset="0"/>
                          <a:ea typeface="Calibri" panose="020F0502020204030204" pitchFamily="34" charset="0"/>
                          <a:cs typeface="Calibri" panose="020F0502020204030204" pitchFamily="34" charset="0"/>
                        </a:rPr>
                        <a:t>.</a:t>
                      </a:r>
                    </a:p>
                  </a:txBody>
                  <a:tcPr anchor="ctr"/>
                </a:tc>
                <a:extLst>
                  <a:ext uri="{0D108BD9-81ED-4DB2-BD59-A6C34878D82A}">
                    <a16:rowId xmlns:a16="http://schemas.microsoft.com/office/drawing/2014/main" val="10005"/>
                  </a:ext>
                </a:extLst>
              </a:tr>
              <a:tr h="606336">
                <a:tc>
                  <a:txBody>
                    <a:bodyPr/>
                    <a:lstStyle/>
                    <a:p>
                      <a:pPr>
                        <a:buNone/>
                      </a:pPr>
                      <a:r>
                        <a:rPr lang="en-ZA" sz="1300" b="1">
                          <a:latin typeface="Calibri" panose="020F0502020204030204" pitchFamily="34" charset="0"/>
                          <a:ea typeface="Calibri" panose="020F0502020204030204" pitchFamily="34" charset="0"/>
                          <a:cs typeface="Calibri" panose="020F0502020204030204" pitchFamily="34" charset="0"/>
                        </a:rPr>
                        <a:t>2026 uncertainty:</a:t>
                      </a:r>
                      <a:r>
                        <a:rPr lang="en-ZA" sz="1300">
                          <a:latin typeface="Calibri" panose="020F0502020204030204" pitchFamily="34" charset="0"/>
                          <a:ea typeface="Calibri" panose="020F0502020204030204" pitchFamily="34" charset="0"/>
                          <a:cs typeface="Calibri" panose="020F0502020204030204" pitchFamily="34" charset="0"/>
                        </a:rPr>
                        <a:t> Future events such as registration changes, campaigns, weather and service-delivery issues cannot be predicted from historical data.</a:t>
                      </a:r>
                    </a:p>
                  </a:txBody>
                  <a:tcPr anchor="ctr"/>
                </a:tc>
                <a:tc>
                  <a:txBody>
                    <a:bodyPr/>
                    <a:lstStyle/>
                    <a:p>
                      <a:pPr>
                        <a:buNone/>
                      </a:pPr>
                      <a:r>
                        <a:rPr lang="en-ZA" sz="1300" dirty="0">
                          <a:latin typeface="Calibri" panose="020F0502020204030204" pitchFamily="34" charset="0"/>
                          <a:ea typeface="Calibri" panose="020F0502020204030204" pitchFamily="34" charset="0"/>
                          <a:cs typeface="Calibri" panose="020F0502020204030204" pitchFamily="34" charset="0"/>
                        </a:rPr>
                        <a:t>Presented predictions as </a:t>
                      </a:r>
                      <a:r>
                        <a:rPr lang="en-ZA" sz="1300" b="1" dirty="0">
                          <a:latin typeface="Calibri" panose="020F0502020204030204" pitchFamily="34" charset="0"/>
                          <a:ea typeface="Calibri" panose="020F0502020204030204" pitchFamily="34" charset="0"/>
                          <a:cs typeface="Calibri" panose="020F0502020204030204" pitchFamily="34" charset="0"/>
                        </a:rPr>
                        <a:t>decision-support estimates</a:t>
                      </a:r>
                      <a:r>
                        <a:rPr lang="en-ZA" sz="1300" dirty="0">
                          <a:latin typeface="Calibri" panose="020F0502020204030204" pitchFamily="34" charset="0"/>
                          <a:ea typeface="Calibri" panose="020F0502020204030204" pitchFamily="34" charset="0"/>
                          <a:cs typeface="Calibri" panose="020F0502020204030204" pitchFamily="34" charset="0"/>
                        </a:rPr>
                        <a:t>, with scenarios and future model updates.</a:t>
                      </a:r>
                    </a:p>
                  </a:txBody>
                  <a:tcPr anchor="ctr"/>
                </a:tc>
                <a:extLst>
                  <a:ext uri="{0D108BD9-81ED-4DB2-BD59-A6C34878D82A}">
                    <a16:rowId xmlns:a16="http://schemas.microsoft.com/office/drawing/2014/main" val="1754244677"/>
                  </a:ext>
                </a:extLst>
              </a:tr>
            </a:tbl>
          </a:graphicData>
        </a:graphic>
      </p:graphicFrame>
      <p:sp>
        <p:nvSpPr>
          <p:cNvPr id="5" name="Rounded Rectangle 4"/>
          <p:cNvSpPr/>
          <p:nvPr/>
        </p:nvSpPr>
        <p:spPr>
          <a:xfrm>
            <a:off x="428263" y="5491344"/>
            <a:ext cx="11274552" cy="384048"/>
          </a:xfrm>
          <a:prstGeom prst="roundRect">
            <a:avLst>
              <a:gd name="adj" fmla="val 1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l"/>
            <a:r>
              <a:rPr sz="1500" b="1">
                <a:solidFill>
                  <a:srgbClr val="FFFFFF"/>
                </a:solidFill>
                <a:latin typeface="Calibri"/>
              </a:rPr>
              <a:t>DEPLOYMENT</a:t>
            </a:r>
          </a:p>
        </p:txBody>
      </p:sp>
      <p:sp>
        <p:nvSpPr>
          <p:cNvPr id="6" name="TextBox 5"/>
          <p:cNvSpPr txBox="1"/>
          <p:nvPr/>
        </p:nvSpPr>
        <p:spPr>
          <a:xfrm>
            <a:off x="428263" y="6054767"/>
            <a:ext cx="11274552" cy="492443"/>
          </a:xfrm>
          <a:prstGeom prst="rect">
            <a:avLst/>
          </a:prstGeom>
          <a:noFill/>
        </p:spPr>
        <p:txBody>
          <a:bodyPr wrap="square" lIns="0" tIns="0" rIns="0" bIns="0" anchor="t">
            <a:spAutoFit/>
          </a:bodyPr>
          <a:lstStyle/>
          <a:p>
            <a:pPr marL="177800" indent="-177800">
              <a:spcAft>
                <a:spcPts val="600"/>
              </a:spcAft>
              <a:buFont typeface="Arial"/>
              <a:buChar char="•"/>
            </a:pPr>
            <a:r>
              <a:rPr sz="1300" b="1" i="0" dirty="0">
                <a:solidFill>
                  <a:srgbClr val="0E2841"/>
                </a:solidFill>
                <a:latin typeface="Calibri"/>
              </a:rPr>
              <a:t>Live Application:</a:t>
            </a:r>
            <a:r>
              <a:rPr lang="en-ZA" sz="1300" dirty="0">
                <a:solidFill>
                  <a:srgbClr val="222222"/>
                </a:solidFill>
                <a:latin typeface="Calibri"/>
              </a:rPr>
              <a:t> </a:t>
            </a:r>
            <a:r>
              <a:rPr lang="en-ZA" sz="1400" dirty="0">
                <a:hlinkClick r:id="rId3">
                  <a:extLst>
                    <a:ext uri="{A12FA001-AC4F-418D-AE19-62706E023703}">
                      <ahyp:hlinkClr xmlns:ahyp="http://schemas.microsoft.com/office/drawing/2018/hyperlinkcolor" val="tx"/>
                    </a:ext>
                  </a:extLst>
                </a:hlinkClick>
              </a:rPr>
              <a:t>SPU Election Turnout Predictor KZN</a:t>
            </a:r>
            <a:r>
              <a:rPr sz="1300" b="0" i="0" dirty="0">
                <a:solidFill>
                  <a:srgbClr val="222222"/>
                </a:solidFill>
                <a:latin typeface="Calibri"/>
              </a:rPr>
              <a:t> hosted on </a:t>
            </a:r>
            <a:r>
              <a:rPr sz="1300" b="0" i="0" dirty="0" err="1">
                <a:solidFill>
                  <a:srgbClr val="222222"/>
                </a:solidFill>
                <a:latin typeface="Calibri"/>
              </a:rPr>
              <a:t>Streamlit</a:t>
            </a:r>
            <a:r>
              <a:rPr sz="1300" b="0" i="0" dirty="0">
                <a:solidFill>
                  <a:srgbClr val="222222"/>
                </a:solidFill>
                <a:latin typeface="Calibri"/>
              </a:rPr>
              <a:t> Community Cloud.</a:t>
            </a:r>
          </a:p>
          <a:p>
            <a:pPr marL="177800" indent="-177800" algn="l">
              <a:spcBef>
                <a:spcPts val="0"/>
              </a:spcBef>
              <a:spcAft>
                <a:spcPts val="0"/>
              </a:spcAft>
              <a:buFont typeface="Arial"/>
              <a:buChar char="•"/>
            </a:pPr>
            <a:r>
              <a:rPr sz="1300" b="1" i="0" dirty="0">
                <a:solidFill>
                  <a:srgbClr val="0E2841"/>
                </a:solidFill>
                <a:latin typeface="Calibri"/>
              </a:rPr>
              <a:t>Interface: </a:t>
            </a:r>
            <a:r>
              <a:rPr sz="1300" b="0" i="0" dirty="0">
                <a:solidFill>
                  <a:srgbClr val="222222"/>
                </a:solidFill>
                <a:latin typeface="Calibri"/>
              </a:rPr>
              <a:t>Cascading geographic drill-down (11 District Councils, 54 Local Municipalities, 921 Wards) with Dual Temporal Selection Mode.</a:t>
            </a:r>
          </a:p>
        </p:txBody>
      </p:sp>
    </p:spTree>
    <p:extLst>
      <p:ext uri="{BB962C8B-B14F-4D97-AF65-F5344CB8AC3E}">
        <p14:creationId xmlns:p14="http://schemas.microsoft.com/office/powerpoint/2010/main" val="29070130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88067C5-C086-19D5-BCB5-8DE58431F0A7}"/>
              </a:ext>
            </a:extLst>
          </p:cNvPr>
          <p:cNvSpPr txBox="1"/>
          <p:nvPr/>
        </p:nvSpPr>
        <p:spPr>
          <a:xfrm>
            <a:off x="409788" y="2103120"/>
            <a:ext cx="4620584" cy="155300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kern="1200">
                <a:solidFill>
                  <a:schemeClr val="tx1"/>
                </a:solidFill>
                <a:latin typeface="+mj-lt"/>
                <a:ea typeface="+mj-ea"/>
                <a:cs typeface="+mj-cs"/>
              </a:rPr>
              <a:t>Recommendations</a:t>
            </a:r>
          </a:p>
        </p:txBody>
      </p:sp>
      <p:graphicFrame>
        <p:nvGraphicFramePr>
          <p:cNvPr id="5" name="Table 4">
            <a:extLst>
              <a:ext uri="{FF2B5EF4-FFF2-40B4-BE49-F238E27FC236}">
                <a16:creationId xmlns:a16="http://schemas.microsoft.com/office/drawing/2014/main" id="{1245FFEE-8A4B-DAAC-A50E-947126F6116D}"/>
              </a:ext>
            </a:extLst>
          </p:cNvPr>
          <p:cNvGraphicFramePr>
            <a:graphicFrameLocks noGrp="1"/>
          </p:cNvGraphicFramePr>
          <p:nvPr>
            <p:extLst>
              <p:ext uri="{D42A27DB-BD31-4B8C-83A1-F6EECF244321}">
                <p14:modId xmlns:p14="http://schemas.microsoft.com/office/powerpoint/2010/main" val="3738713062"/>
              </p:ext>
            </p:extLst>
          </p:nvPr>
        </p:nvGraphicFramePr>
        <p:xfrm>
          <a:off x="6372573" y="643467"/>
          <a:ext cx="5038366" cy="5571069"/>
        </p:xfrm>
        <a:graphic>
          <a:graphicData uri="http://schemas.openxmlformats.org/drawingml/2006/table">
            <a:tbl>
              <a:tblPr firstRow="1" bandRow="1">
                <a:tableStyleId>{5940675A-B579-460E-94D1-54222C63F5DA}</a:tableStyleId>
              </a:tblPr>
              <a:tblGrid>
                <a:gridCol w="2300168">
                  <a:extLst>
                    <a:ext uri="{9D8B030D-6E8A-4147-A177-3AD203B41FA5}">
                      <a16:colId xmlns:a16="http://schemas.microsoft.com/office/drawing/2014/main" val="922320823"/>
                    </a:ext>
                  </a:extLst>
                </a:gridCol>
                <a:gridCol w="2738198">
                  <a:extLst>
                    <a:ext uri="{9D8B030D-6E8A-4147-A177-3AD203B41FA5}">
                      <a16:colId xmlns:a16="http://schemas.microsoft.com/office/drawing/2014/main" val="1571296174"/>
                    </a:ext>
                  </a:extLst>
                </a:gridCol>
              </a:tblGrid>
              <a:tr h="1521853">
                <a:tc>
                  <a:txBody>
                    <a:bodyPr/>
                    <a:lstStyle/>
                    <a:p>
                      <a:r>
                        <a:rPr lang="en-ZA" sz="1300"/>
                        <a:t>Future Growth </a:t>
                      </a:r>
                    </a:p>
                  </a:txBody>
                  <a:tcPr marL="67940" marR="67940" marT="33970" marB="33970"/>
                </a:tc>
                <a:tc>
                  <a:txBody>
                    <a:bodyPr/>
                    <a:lstStyle/>
                    <a:p>
                      <a:r>
                        <a:rPr lang="en-ZA" sz="1300" dirty="0"/>
                        <a:t>In the future the model can grow to be used on a national scale and not only province based and limited to KZN, and that can be achieved by making use of the model to predict, and reviews and feedback.</a:t>
                      </a:r>
                    </a:p>
                  </a:txBody>
                  <a:tcPr marL="67940" marR="67940" marT="33970" marB="33970"/>
                </a:tc>
                <a:extLst>
                  <a:ext uri="{0D108BD9-81ED-4DB2-BD59-A6C34878D82A}">
                    <a16:rowId xmlns:a16="http://schemas.microsoft.com/office/drawing/2014/main" val="3502713273"/>
                  </a:ext>
                </a:extLst>
              </a:tr>
              <a:tr h="1114214">
                <a:tc>
                  <a:txBody>
                    <a:bodyPr/>
                    <a:lstStyle/>
                    <a:p>
                      <a:r>
                        <a:rPr lang="en-ZA" sz="1300" dirty="0"/>
                        <a:t>Model Refinement</a:t>
                      </a:r>
                    </a:p>
                  </a:txBody>
                  <a:tcPr marL="67940" marR="67940" marT="33970" marB="33970"/>
                </a:tc>
                <a:tc>
                  <a:txBody>
                    <a:bodyPr/>
                    <a:lstStyle/>
                    <a:p>
                      <a:r>
                        <a:rPr lang="en-ZA" sz="1300" dirty="0"/>
                        <a:t>Collecting data from the stakeholders reviews and feedback will help with identifying where the model needs to improve</a:t>
                      </a:r>
                    </a:p>
                  </a:txBody>
                  <a:tcPr marL="67940" marR="67940" marT="33970" marB="33970"/>
                </a:tc>
                <a:extLst>
                  <a:ext uri="{0D108BD9-81ED-4DB2-BD59-A6C34878D82A}">
                    <a16:rowId xmlns:a16="http://schemas.microsoft.com/office/drawing/2014/main" val="151185010"/>
                  </a:ext>
                </a:extLst>
              </a:tr>
              <a:tr h="910394">
                <a:tc>
                  <a:txBody>
                    <a:bodyPr/>
                    <a:lstStyle/>
                    <a:p>
                      <a:r>
                        <a:rPr lang="en-ZA" sz="1300"/>
                        <a:t>Predictive Expansion</a:t>
                      </a:r>
                    </a:p>
                  </a:txBody>
                  <a:tcPr marL="67940" marR="67940" marT="33970" marB="33970"/>
                </a:tc>
                <a:tc>
                  <a:txBody>
                    <a:bodyPr/>
                    <a:lstStyle/>
                    <a:p>
                      <a:r>
                        <a:rPr lang="en-ZA" sz="1300" dirty="0"/>
                        <a:t>Applying the improved model to predict beyond KwaZulu-Natal, from 921 wards to all 4468 wards across all 9 provinces</a:t>
                      </a:r>
                    </a:p>
                  </a:txBody>
                  <a:tcPr marL="67940" marR="67940" marT="33970" marB="33970"/>
                </a:tc>
                <a:extLst>
                  <a:ext uri="{0D108BD9-81ED-4DB2-BD59-A6C34878D82A}">
                    <a16:rowId xmlns:a16="http://schemas.microsoft.com/office/drawing/2014/main" val="1294156306"/>
                  </a:ext>
                </a:extLst>
              </a:tr>
              <a:tr h="910394">
                <a:tc>
                  <a:txBody>
                    <a:bodyPr/>
                    <a:lstStyle/>
                    <a:p>
                      <a:r>
                        <a:rPr lang="en-ZA" sz="1300"/>
                        <a:t>National Deployment</a:t>
                      </a:r>
                    </a:p>
                  </a:txBody>
                  <a:tcPr marL="67940" marR="67940" marT="33970" marB="33970"/>
                </a:tc>
                <a:tc>
                  <a:txBody>
                    <a:bodyPr/>
                    <a:lstStyle/>
                    <a:p>
                      <a:r>
                        <a:rPr lang="en-ZA" sz="1300"/>
                        <a:t>Deploy the platform nationally ahead of future elections to optimize ballot and revitalize democratic participation</a:t>
                      </a:r>
                    </a:p>
                  </a:txBody>
                  <a:tcPr marL="67940" marR="67940" marT="33970" marB="33970"/>
                </a:tc>
                <a:extLst>
                  <a:ext uri="{0D108BD9-81ED-4DB2-BD59-A6C34878D82A}">
                    <a16:rowId xmlns:a16="http://schemas.microsoft.com/office/drawing/2014/main" val="1047094151"/>
                  </a:ext>
                </a:extLst>
              </a:tr>
              <a:tr h="1114214">
                <a:tc>
                  <a:txBody>
                    <a:bodyPr/>
                    <a:lstStyle/>
                    <a:p>
                      <a:r>
                        <a:rPr lang="en-ZA" sz="1300"/>
                        <a:t>Continuous Improvement</a:t>
                      </a:r>
                    </a:p>
                  </a:txBody>
                  <a:tcPr marL="67940" marR="67940" marT="33970" marB="33970"/>
                </a:tc>
                <a:tc>
                  <a:txBody>
                    <a:bodyPr/>
                    <a:lstStyle/>
                    <a:p>
                      <a:r>
                        <a:rPr lang="en-ZA" sz="1300" dirty="0"/>
                        <a:t>Integrate the review and feedback system as a permanent loop so model keeps on enhancing with every election cycle</a:t>
                      </a:r>
                    </a:p>
                  </a:txBody>
                  <a:tcPr marL="67940" marR="67940" marT="33970" marB="33970"/>
                </a:tc>
                <a:extLst>
                  <a:ext uri="{0D108BD9-81ED-4DB2-BD59-A6C34878D82A}">
                    <a16:rowId xmlns:a16="http://schemas.microsoft.com/office/drawing/2014/main" val="791207594"/>
                  </a:ext>
                </a:extLst>
              </a:tr>
            </a:tbl>
          </a:graphicData>
        </a:graphic>
      </p:graphicFrame>
    </p:spTree>
    <p:extLst>
      <p:ext uri="{BB962C8B-B14F-4D97-AF65-F5344CB8AC3E}">
        <p14:creationId xmlns:p14="http://schemas.microsoft.com/office/powerpoint/2010/main" val="2325184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9" name="Rectangle 4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B26473E-419E-E3F2-653D-E265540CDCC6}"/>
              </a:ext>
            </a:extLst>
          </p:cNvPr>
          <p:cNvSpPr txBox="1">
            <a:spLocks/>
          </p:cNvSpPr>
          <p:nvPr/>
        </p:nvSpPr>
        <p:spPr>
          <a:xfrm>
            <a:off x="761803" y="350196"/>
            <a:ext cx="4646904" cy="1624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000" b="1"/>
              <a:t>Impact, References &amp; Close</a:t>
            </a:r>
          </a:p>
        </p:txBody>
      </p:sp>
      <p:sp>
        <p:nvSpPr>
          <p:cNvPr id="13" name="TextBox 12">
            <a:extLst>
              <a:ext uri="{FF2B5EF4-FFF2-40B4-BE49-F238E27FC236}">
                <a16:creationId xmlns:a16="http://schemas.microsoft.com/office/drawing/2014/main" id="{0EF755D2-07BF-1374-1D9F-470770F35236}"/>
              </a:ext>
            </a:extLst>
          </p:cNvPr>
          <p:cNvSpPr txBox="1"/>
          <p:nvPr/>
        </p:nvSpPr>
        <p:spPr>
          <a:xfrm>
            <a:off x="588035" y="2285999"/>
            <a:ext cx="4646905" cy="3613149"/>
          </a:xfrm>
          <a:prstGeom prst="rect">
            <a:avLst/>
          </a:prstGeom>
        </p:spPr>
        <p:txBody>
          <a:bodyPr vert="horz" lIns="91440" tIns="45720" rIns="91440" bIns="45720" rtlCol="0" anchor="ctr">
            <a:normAutofit/>
          </a:bodyPr>
          <a:lstStyle/>
          <a:p>
            <a:pPr>
              <a:lnSpc>
                <a:spcPct val="90000"/>
              </a:lnSpc>
              <a:spcBef>
                <a:spcPts val="0"/>
              </a:spcBef>
              <a:spcAft>
                <a:spcPts val="1000"/>
              </a:spcAft>
            </a:pPr>
            <a:r>
              <a:rPr lang="en-US" sz="1100" b="1" i="0" dirty="0"/>
              <a:t>Summary of Deliverables &amp; Achievements</a:t>
            </a:r>
          </a:p>
          <a:p>
            <a:pPr marL="177800" indent="-228600">
              <a:lnSpc>
                <a:spcPct val="90000"/>
              </a:lnSpc>
              <a:spcBef>
                <a:spcPts val="0"/>
              </a:spcBef>
              <a:spcAft>
                <a:spcPts val="1000"/>
              </a:spcAft>
              <a:buFont typeface="Arial" panose="020B0604020202020204" pitchFamily="34" charset="0"/>
              <a:buChar char="•"/>
            </a:pPr>
            <a:r>
              <a:rPr lang="en-ZA" sz="1100" b="0" i="0" dirty="0"/>
              <a:t>Data Harmonization: Linked 20 years of changing ward boundaries using spatial mapping, creating a 5-election dataset (N=4,462). </a:t>
            </a:r>
          </a:p>
          <a:p>
            <a:pPr marL="177800" indent="-228600">
              <a:lnSpc>
                <a:spcPct val="90000"/>
              </a:lnSpc>
              <a:spcBef>
                <a:spcPts val="0"/>
              </a:spcBef>
              <a:spcAft>
                <a:spcPts val="1000"/>
              </a:spcAft>
              <a:buFont typeface="Arial" panose="020B0604020202020204" pitchFamily="34" charset="0"/>
              <a:buChar char="•"/>
            </a:pPr>
            <a:r>
              <a:rPr lang="en-ZA" sz="1100" b="0" i="0" dirty="0"/>
              <a:t>Model Performance: Random Forest reduced prediction error by 10.41% (MAE) and 7.72% (RMSE) compared with the historical baseline. </a:t>
            </a:r>
          </a:p>
          <a:p>
            <a:pPr marL="177800" indent="-228600">
              <a:lnSpc>
                <a:spcPct val="90000"/>
              </a:lnSpc>
              <a:spcBef>
                <a:spcPts val="0"/>
              </a:spcBef>
              <a:spcAft>
                <a:spcPts val="1000"/>
              </a:spcAft>
              <a:buFont typeface="Arial" panose="020B0604020202020204" pitchFamily="34" charset="0"/>
              <a:buChar char="•"/>
            </a:pPr>
            <a:r>
              <a:rPr lang="en-ZA" sz="1100" b="0" i="0" dirty="0"/>
              <a:t>Population Coverage: Combined population, registered voters and votes cast, revealing a 70.7% non-voting gap. </a:t>
            </a:r>
          </a:p>
          <a:p>
            <a:pPr marL="177800" indent="-228600">
              <a:lnSpc>
                <a:spcPct val="90000"/>
              </a:lnSpc>
              <a:spcBef>
                <a:spcPts val="0"/>
              </a:spcBef>
              <a:spcAft>
                <a:spcPts val="1000"/>
              </a:spcAft>
              <a:buFont typeface="Arial" panose="020B0604020202020204" pitchFamily="34" charset="0"/>
              <a:buChar char="•"/>
            </a:pPr>
            <a:r>
              <a:rPr lang="en-ZA" sz="1100" b="0" i="0" dirty="0"/>
              <a:t>Key Discovery: Municipal-level socioeconomic data did not improve ward-level predictions, highlighting the importance of local voting history. </a:t>
            </a:r>
          </a:p>
          <a:p>
            <a:pPr marL="177800" indent="-228600">
              <a:lnSpc>
                <a:spcPct val="90000"/>
              </a:lnSpc>
              <a:spcBef>
                <a:spcPts val="0"/>
              </a:spcBef>
              <a:spcAft>
                <a:spcPts val="1000"/>
              </a:spcAft>
              <a:buFont typeface="Arial" panose="020B0604020202020204" pitchFamily="34" charset="0"/>
              <a:buChar char="•"/>
            </a:pPr>
            <a:r>
              <a:rPr lang="en-ZA" sz="1100" b="0" i="0" dirty="0"/>
              <a:t>Final Output: Produced 2026 turnout predictions and risk categories for all 921 KZN wards.</a:t>
            </a:r>
          </a:p>
        </p:txBody>
      </p:sp>
      <p:pic>
        <p:nvPicPr>
          <p:cNvPr id="50" name="Picture 49" descr="Top view of cubes connected with black lines">
            <a:extLst>
              <a:ext uri="{FF2B5EF4-FFF2-40B4-BE49-F238E27FC236}">
                <a16:creationId xmlns:a16="http://schemas.microsoft.com/office/drawing/2014/main" id="{284624D0-2EAA-268A-83C8-E8509AA258F9}"/>
              </a:ext>
            </a:extLst>
          </p:cNvPr>
          <p:cNvPicPr>
            <a:picLocks noChangeAspect="1"/>
          </p:cNvPicPr>
          <p:nvPr/>
        </p:nvPicPr>
        <p:blipFill>
          <a:blip r:embed="rId2"/>
          <a:srcRect l="21590" r="11668"/>
          <a:stretch>
            <a:fillRect/>
          </a:stretch>
        </p:blipFill>
        <p:spPr>
          <a:xfrm>
            <a:off x="6096000" y="1"/>
            <a:ext cx="6102825" cy="6858000"/>
          </a:xfrm>
          <a:prstGeom prst="rect">
            <a:avLst/>
          </a:prstGeom>
        </p:spPr>
      </p:pic>
      <p:sp>
        <p:nvSpPr>
          <p:cNvPr id="15" name="TextBox 14">
            <a:extLst>
              <a:ext uri="{FF2B5EF4-FFF2-40B4-BE49-F238E27FC236}">
                <a16:creationId xmlns:a16="http://schemas.microsoft.com/office/drawing/2014/main" id="{5DA309A8-B523-5DFC-DF44-2FBDF9AB7578}"/>
              </a:ext>
            </a:extLst>
          </p:cNvPr>
          <p:cNvSpPr txBox="1"/>
          <p:nvPr/>
        </p:nvSpPr>
        <p:spPr>
          <a:xfrm>
            <a:off x="7389907" y="1659733"/>
            <a:ext cx="3657600" cy="1769267"/>
          </a:xfrm>
          <a:prstGeom prst="rect">
            <a:avLst/>
          </a:prstGeom>
          <a:solidFill>
            <a:schemeClr val="bg1"/>
          </a:solidFill>
        </p:spPr>
        <p:txBody>
          <a:bodyPr wrap="square" lIns="0" tIns="0" rIns="0" bIns="0" anchor="t">
            <a:spAutoFit/>
          </a:bodyPr>
          <a:lstStyle/>
          <a:p>
            <a:pPr algn="l">
              <a:spcBef>
                <a:spcPts val="0"/>
              </a:spcBef>
              <a:spcAft>
                <a:spcPts val="1200"/>
              </a:spcAft>
              <a:buNone/>
            </a:pPr>
            <a:r>
              <a:rPr sz="1500" b="1" i="0" dirty="0">
                <a:latin typeface="Calibri"/>
              </a:rPr>
              <a:t>References &amp; Roadmap</a:t>
            </a:r>
          </a:p>
          <a:p>
            <a:pPr marL="177800" indent="-177800">
              <a:spcAft>
                <a:spcPts val="1200"/>
              </a:spcAft>
              <a:buFont typeface="Arial"/>
              <a:buChar char="•"/>
            </a:pPr>
            <a:r>
              <a:rPr sz="1250" b="1" i="0" dirty="0">
                <a:latin typeface="Calibri"/>
              </a:rPr>
              <a:t>Live Dashboard:</a:t>
            </a:r>
            <a:r>
              <a:rPr lang="en-ZA" sz="1250" b="1" i="0" dirty="0">
                <a:latin typeface="Calibri"/>
              </a:rPr>
              <a:t> </a:t>
            </a:r>
            <a:r>
              <a:rPr lang="en-ZA" sz="1400" dirty="0">
                <a:hlinkClick r:id="rId3">
                  <a:extLst>
                    <a:ext uri="{A12FA001-AC4F-418D-AE19-62706E023703}">
                      <ahyp:hlinkClr xmlns:ahyp="http://schemas.microsoft.com/office/drawing/2018/hyperlinkcolor" val="tx"/>
                    </a:ext>
                  </a:extLst>
                </a:hlinkClick>
              </a:rPr>
              <a:t>SPU Election Turnout Predictor KZN</a:t>
            </a:r>
            <a:endParaRPr lang="en-ZA" sz="1250" b="0" i="1" dirty="0">
              <a:latin typeface="Calibri"/>
            </a:endParaRPr>
          </a:p>
          <a:p>
            <a:pPr marL="177800" indent="-177800" algn="l">
              <a:lnSpc>
                <a:spcPct val="105000"/>
              </a:lnSpc>
              <a:spcBef>
                <a:spcPts val="0"/>
              </a:spcBef>
              <a:spcAft>
                <a:spcPts val="1200"/>
              </a:spcAft>
              <a:buFont typeface="Arial"/>
              <a:buChar char="•"/>
            </a:pPr>
            <a:r>
              <a:rPr sz="1250" b="1" i="0" dirty="0">
                <a:latin typeface="Calibri"/>
              </a:rPr>
              <a:t>National Scaling: </a:t>
            </a:r>
            <a:r>
              <a:rPr sz="1250" b="0" i="0" dirty="0">
                <a:latin typeface="Calibri"/>
              </a:rPr>
              <a:t>Expansion from KwaZulu-Natal's 921 wards to a comprehensive national platform covering all 4,468 wards across all 9 South African provinces.</a:t>
            </a:r>
          </a:p>
        </p:txBody>
      </p:sp>
      <p:sp>
        <p:nvSpPr>
          <p:cNvPr id="17" name="TextBox 16">
            <a:extLst>
              <a:ext uri="{FF2B5EF4-FFF2-40B4-BE49-F238E27FC236}">
                <a16:creationId xmlns:a16="http://schemas.microsoft.com/office/drawing/2014/main" id="{4607905F-8DD5-6C2E-3EB2-E00BF6D3924F}"/>
              </a:ext>
            </a:extLst>
          </p:cNvPr>
          <p:cNvSpPr txBox="1"/>
          <p:nvPr/>
        </p:nvSpPr>
        <p:spPr>
          <a:xfrm>
            <a:off x="457200" y="6035040"/>
            <a:ext cx="11274552" cy="400110"/>
          </a:xfrm>
          <a:prstGeom prst="rect">
            <a:avLst/>
          </a:prstGeom>
          <a:solidFill>
            <a:schemeClr val="bg1"/>
          </a:solidFill>
        </p:spPr>
        <p:txBody>
          <a:bodyPr wrap="square" lIns="0" tIns="0" rIns="0" bIns="0" anchor="t">
            <a:spAutoFit/>
          </a:bodyPr>
          <a:lstStyle/>
          <a:p>
            <a:pPr algn="ctr">
              <a:spcBef>
                <a:spcPts val="0"/>
              </a:spcBef>
              <a:spcAft>
                <a:spcPts val="600"/>
              </a:spcAft>
              <a:buNone/>
            </a:pPr>
            <a:r>
              <a:rPr lang="en-ZA" sz="1300" b="1" i="1" dirty="0">
                <a:latin typeface="Calibri"/>
              </a:rPr>
              <a:t>Armed with this intelligence, authorities can optimize ballot allocation, target youth civic mobilization, and systematically revitalize democratic participation nationwide.</a:t>
            </a:r>
          </a:p>
        </p:txBody>
      </p:sp>
    </p:spTree>
    <p:extLst>
      <p:ext uri="{BB962C8B-B14F-4D97-AF65-F5344CB8AC3E}">
        <p14:creationId xmlns:p14="http://schemas.microsoft.com/office/powerpoint/2010/main" val="388802548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1934</Words>
  <Application>Microsoft Office PowerPoint</Application>
  <PresentationFormat>Widescreen</PresentationFormat>
  <Paragraphs>150</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Cambria</vt:lpstr>
      <vt:lpstr>Office Theme</vt:lpstr>
      <vt:lpstr>PowerPoint Presentation</vt:lpstr>
      <vt:lpstr>Overview</vt:lpstr>
      <vt:lpstr>Problem Statement and Solution</vt:lpstr>
      <vt:lpstr>Sources and Data collection</vt:lpstr>
      <vt:lpstr>Cleaning, Merging &amp; Harmonization</vt:lpstr>
      <vt:lpstr>EDA &amp; Visualisation</vt:lpstr>
      <vt:lpstr>Feature Engineering &amp; Importance</vt:lpstr>
      <vt:lpstr>Model &amp; Results</vt:lpstr>
      <vt:lpstr>Model Diagnostics &amp; 2026 Forecast</vt:lpstr>
      <vt:lpstr>Who, Where &amp; Gaps</vt:lpstr>
      <vt:lpstr>Limitation &amp; Deployment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Simamkele Jokose</dc:creator>
  <cp:lastModifiedBy>Simamkele Jokose</cp:lastModifiedBy>
  <cp:revision>2</cp:revision>
  <dcterms:created xsi:type="dcterms:W3CDTF">2026-09-27T19:49:24Z</dcterms:created>
  <dcterms:modified xsi:type="dcterms:W3CDTF">2026-09-28T02:27:24Z</dcterms:modified>
</cp:coreProperties>
</file>